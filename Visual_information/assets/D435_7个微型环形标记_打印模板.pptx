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d889d9a21480b" /><Relationship Type="http://schemas.openxmlformats.org/officeDocument/2006/relationships/extended-properties" Target="/docProps/app.xml" Id="R1be8fc56a3974bcb" /><Relationship Type="http://schemas.openxmlformats.org/officeDocument/2006/relationships/officeDocument" Target="/ppt/presentation.xml" Id="R1d0b6181296a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306703d4e4aa0"/>
  </p:sldMasterIdLst>
  <p:notesMasterIdLst>
    <p:notesMasterId xmlns:r="http://schemas.openxmlformats.org/officeDocument/2006/relationships" r:id="R87f9db0781b745ad"/>
  </p:notesMasterIdLst>
  <p:sldIdLst>
    <p:sldId xmlns:r="http://schemas.openxmlformats.org/officeDocument/2006/relationships" id="256" r:id="R47afbc6a2c9a495d"/>
    <p:sldId xmlns:r="http://schemas.openxmlformats.org/officeDocument/2006/relationships" id="257" r:id="R4fcb91ffce9b439f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54d68dda764de4" /><Relationship Type="http://schemas.openxmlformats.org/officeDocument/2006/relationships/slideMaster" Target="/ppt/slideMasters/slideMaster1.xml" Id="R9de306703d4e4aa0" /><Relationship Type="http://schemas.openxmlformats.org/officeDocument/2006/relationships/notesMaster" Target="/ppt/notesMasters/notesMaster1.xml" Id="R87f9db0781b745ad" /><Relationship Type="http://schemas.openxmlformats.org/officeDocument/2006/relationships/presProps" Target="/ppt/presProps.xml" Id="Rb78b7850f4e54c96" /><Relationship Type="http://schemas.openxmlformats.org/officeDocument/2006/relationships/tableStyles" Target="/ppt/tableStyles.xml" Id="R546f77cb58d149ed" /><Relationship Type="http://schemas.openxmlformats.org/officeDocument/2006/relationships/slide" Target="/ppt/slides/slide1.xml" Id="R47afbc6a2c9a495d" /><Relationship Type="http://schemas.openxmlformats.org/officeDocument/2006/relationships/slide" Target="/ppt/slides/slide2.xml" Id="R4fcb91ffce9b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7b08739ca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ba61ebab64aa2" /><Relationship Type="http://schemas.openxmlformats.org/officeDocument/2006/relationships/notesMaster" Target="/ppt/notesMasters/notesMaster1.xml" Id="R552f31ffc00b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ccdaa7797040ca" /><Relationship Type="http://schemas.openxmlformats.org/officeDocument/2006/relationships/notesMaster" Target="/ppt/notesMasters/notesMaster1.xml" Id="Rb57194a781ea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打印时仅选择第1页，纸张A4纵向，比例100%。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E:/PHD/Laboratory/feibu/brnchus_robot_VLA/d435_tdcr_capture/default_config.json</a:t>
            </a:r>
          </a:p>
          <a:p xmlns:a="http://schemas.openxmlformats.org/drawingml/2006/main">
            <a:r>
              <a:t>- E:/PHD/Laboratory/feibu/brnchus_robot_VLA/docs/d435_tdcr_capture.md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第2页为安装说明，不应打印到贴纸材料。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E:/PHD/Laboratory/feibu/brnchus_robot_VLA/d435_tdcr_capture/default_config.json</a:t>
            </a:r>
          </a:p>
          <a:p xmlns:a="http://schemas.openxmlformats.org/drawingml/2006/main">
            <a:r>
              <a:t>- E:/PHD/Laboratory/feibu/brnchus_robot_VLA/docs/d435_tdcr_capture.md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90008fc21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ff6fea69846b9" /><Relationship Type="http://schemas.openxmlformats.org/officeDocument/2006/relationships/slideLayout" Target="/ppt/slideLayouts/slideLayout1.xml" Id="R3342ae55d8ac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2ae55d8ac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42080133a49f1" /><Relationship Type="http://schemas.openxmlformats.org/officeDocument/2006/relationships/notesSlide" Target="/ppt/notesSlides/notesSlide1.xml" Id="R48ee481e51d349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6fca8c5264ea0" /><Relationship Type="http://schemas.openxmlformats.org/officeDocument/2006/relationships/notesSlide" Target="/ppt/notesSlides/notesSlide2.xml" Id="Rbbeb303e27de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2" name="sheet-title">
            <a:extLst xmlns:a="http://schemas.openxmlformats.org/drawingml/2006/main">
              <a:ext uri="{FF2B5EF4-FFF2-40B4-BE49-F238E27FC236}">
                <a16:creationId xmlns:a16="http://schemas.microsoft.com/office/drawing/2014/main" id="{F1F13AC0-736A-49F0-A38A-3D4F6569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24000"/>
            <a:ext cx="64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D435 连续体机器人 · 7色微型环标贴纸</a:t>
            </a:r>
          </a:p>
        </p:txBody>
      </p:sp>
      <p:sp>
        <p:nvSpPr>
          <p:cNvPr id="2" name="print-warning">
            <a:extLst xmlns:a="http://schemas.openxmlformats.org/drawingml/2006/main">
              <a:ext uri="{FF2B5EF4-FFF2-40B4-BE49-F238E27FC236}">
                <a16:creationId xmlns:a16="http://schemas.microsoft.com/office/drawing/2014/main" id="{304CBE14-063E-45D9-ADF3-1295614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720000"/>
            <a:ext cx="64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2828"/>
                </a:solidFill>
              </a:defRPr>
            </a:pPr>
            <a:r>
              <a:rPr sz="1275" b="1">
                <a:solidFill>
                  <a:srgbClr val="C62828"/>
                </a:solidFill>
              </a:rPr>
              <a:t>仅打印本页｜A4纵向｜实际大小 / 100%｜关闭“适合页面”与缩放</a:t>
            </a:r>
          </a:p>
        </p:txBody>
      </p:sp>
      <p:sp>
        <p:nvSpPr>
          <p:cNvPr id="3" name="dimension-note">
            <a:extLst xmlns:a="http://schemas.openxmlformats.org/drawingml/2006/main">
              <a:ext uri="{FF2B5EF4-FFF2-40B4-BE49-F238E27FC236}">
                <a16:creationId xmlns:a16="http://schemas.microsoft.com/office/drawing/2014/main" id="{83A3D952-0994-468A-AC68-5399D0E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08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5266"/>
                </a:solidFill>
              </a:defRPr>
            </a:pPr>
            <a:r>
              <a:rPr sz="1200" b="0">
                <a:solidFill>
                  <a:srgbClr val="465266"/>
                </a:solidFill>
              </a:rPr>
              <a:t>成品：12.0 × 1.2 mm；彩色区0.8 mm；上下黑边各0.2 mm；约1.0 mm搭接量</a:t>
            </a:r>
          </a:p>
        </p:txBody>
      </p:sp>
      <p:sp>
        <p:nvSpPr>
          <p:cNvPr id="4" name="100mm-ruler">
            <a:extLst xmlns:a="http://schemas.openxmlformats.org/drawingml/2006/main">
              <a:ext uri="{FF2B5EF4-FFF2-40B4-BE49-F238E27FC236}">
                <a16:creationId xmlns:a16="http://schemas.microsoft.com/office/drawing/2014/main" id="{2C302D83-DDB4-41DF-8400-853A267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476000"/>
            <a:ext cx="360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01820"/>
            </a:solidFill>
            <a:prstDash val="solid"/>
          </a:ln>
        </p:spPr>
      </p:sp>
      <p:sp>
        <p:nvSpPr>
          <p:cNvPr id="5" name="ruler-tick-0">
            <a:extLst xmlns:a="http://schemas.openxmlformats.org/drawingml/2006/main">
              <a:ext uri="{FF2B5EF4-FFF2-40B4-BE49-F238E27FC236}">
                <a16:creationId xmlns:a16="http://schemas.microsoft.com/office/drawing/2014/main" id="{4957B9D3-B3CE-4B92-93F7-164760C2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42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6" name="ruler-tick-1">
            <a:extLst xmlns:a="http://schemas.openxmlformats.org/drawingml/2006/main">
              <a:ext uri="{FF2B5EF4-FFF2-40B4-BE49-F238E27FC236}">
                <a16:creationId xmlns:a16="http://schemas.microsoft.com/office/drawing/2014/main" id="{B3533D52-D157-48EF-89E7-81FE35A7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7" name="ruler-tick-2">
            <a:extLst xmlns:a="http://schemas.openxmlformats.org/drawingml/2006/main">
              <a:ext uri="{FF2B5EF4-FFF2-40B4-BE49-F238E27FC236}">
                <a16:creationId xmlns:a16="http://schemas.microsoft.com/office/drawing/2014/main" id="{8027094D-34B6-464F-8AEB-B162544C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8" name="ruler-tick-3">
            <a:extLst xmlns:a="http://schemas.openxmlformats.org/drawingml/2006/main">
              <a:ext uri="{FF2B5EF4-FFF2-40B4-BE49-F238E27FC236}">
                <a16:creationId xmlns:a16="http://schemas.microsoft.com/office/drawing/2014/main" id="{568BDA26-817D-47CD-9D74-CFBB4E2F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9" name="ruler-tick-4">
            <a:extLst xmlns:a="http://schemas.openxmlformats.org/drawingml/2006/main">
              <a:ext uri="{FF2B5EF4-FFF2-40B4-BE49-F238E27FC236}">
                <a16:creationId xmlns:a16="http://schemas.microsoft.com/office/drawing/2014/main" id="{D0AF9E5A-EEE6-4889-B3E6-A20348A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0" name="ruler-tick-5">
            <a:extLst xmlns:a="http://schemas.openxmlformats.org/drawingml/2006/main">
              <a:ext uri="{FF2B5EF4-FFF2-40B4-BE49-F238E27FC236}">
                <a16:creationId xmlns:a16="http://schemas.microsoft.com/office/drawing/2014/main" id="{55F23628-E0C6-43ED-9950-0F624BEE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000" y="142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1" name="ruler-tick-6">
            <a:extLst xmlns:a="http://schemas.openxmlformats.org/drawingml/2006/main">
              <a:ext uri="{FF2B5EF4-FFF2-40B4-BE49-F238E27FC236}">
                <a16:creationId xmlns:a16="http://schemas.microsoft.com/office/drawing/2014/main" id="{AE89C5CD-DB1D-4058-B349-F643E1B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2" name="ruler-tick-7">
            <a:extLst xmlns:a="http://schemas.openxmlformats.org/drawingml/2006/main">
              <a:ext uri="{FF2B5EF4-FFF2-40B4-BE49-F238E27FC236}">
                <a16:creationId xmlns:a16="http://schemas.microsoft.com/office/drawing/2014/main" id="{9517B800-62D6-4BD5-BE1D-C2FCB3D3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3" name="ruler-tick-8">
            <a:extLst xmlns:a="http://schemas.openxmlformats.org/drawingml/2006/main">
              <a:ext uri="{FF2B5EF4-FFF2-40B4-BE49-F238E27FC236}">
                <a16:creationId xmlns:a16="http://schemas.microsoft.com/office/drawing/2014/main" id="{F4695987-1FD4-4286-AEC1-1DA6D34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4" name="ruler-tick-9">
            <a:extLst xmlns:a="http://schemas.openxmlformats.org/drawingml/2006/main">
              <a:ext uri="{FF2B5EF4-FFF2-40B4-BE49-F238E27FC236}">
                <a16:creationId xmlns:a16="http://schemas.microsoft.com/office/drawing/2014/main" id="{30F5C256-57D3-47C6-8C79-2B5A4DD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1440000"/>
            <a:ext cx="0" cy="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5" name="ruler-tick-10">
            <a:extLst xmlns:a="http://schemas.openxmlformats.org/drawingml/2006/main">
              <a:ext uri="{FF2B5EF4-FFF2-40B4-BE49-F238E27FC236}">
                <a16:creationId xmlns:a16="http://schemas.microsoft.com/office/drawing/2014/main" id="{DD23547E-65EF-4475-B90B-998E5F3B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00" y="142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01820"/>
            </a:solidFill>
            <a:prstDash val="solid"/>
          </a:ln>
        </p:spPr>
      </p:sp>
      <p:sp>
        <p:nvSpPr>
          <p:cNvPr id="16" name="ruler-label">
            <a:extLst xmlns:a="http://schemas.openxmlformats.org/drawingml/2006/main">
              <a:ext uri="{FF2B5EF4-FFF2-40B4-BE49-F238E27FC236}">
                <a16:creationId xmlns:a16="http://schemas.microsoft.com/office/drawing/2014/main" id="{924FFE66-9F6F-45B5-A741-E5861E69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566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5266"/>
                </a:solidFill>
              </a:defRPr>
            </a:pPr>
            <a:r>
              <a:rPr sz="1200" b="0">
                <a:solidFill>
                  <a:srgbClr val="465266"/>
                </a:solidFill>
              </a:rPr>
              <a:t>打印后用直尺确认此线正好为 100.0 mm</a:t>
            </a:r>
          </a:p>
        </p:txBody>
      </p:sp>
      <p:sp>
        <p:nvSpPr>
          <p:cNvPr id="17" name="10mm-check-square">
            <a:extLst xmlns:a="http://schemas.openxmlformats.org/drawingml/2006/main">
              <a:ext uri="{FF2B5EF4-FFF2-40B4-BE49-F238E27FC236}">
                <a16:creationId xmlns:a16="http://schemas.microsoft.com/office/drawing/2014/main" id="{621B1014-B4F0-4FDF-B831-DD475C0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00" y="1296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8" name="square-label">
            <a:extLst xmlns:a="http://schemas.openxmlformats.org/drawingml/2006/main">
              <a:ext uri="{FF2B5EF4-FFF2-40B4-BE49-F238E27FC236}">
                <a16:creationId xmlns:a16="http://schemas.microsoft.com/office/drawing/2014/main" id="{9281A4B5-D491-4834-AF4B-0B018A1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133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65266"/>
                </a:solidFill>
              </a:defRPr>
            </a:pPr>
            <a:r>
              <a:rPr sz="1200" b="0">
                <a:solidFill>
                  <a:srgbClr val="465266"/>
                </a:solidFill>
              </a:rPr>
              <a:t>10 × 10 mm</a:t>
            </a:r>
          </a:p>
        </p:txBody>
      </p:sp>
      <p:sp>
        <p:nvSpPr>
          <p:cNvPr id="19" name="header-KP0">
            <a:extLst xmlns:a="http://schemas.openxmlformats.org/drawingml/2006/main">
              <a:ext uri="{FF2B5EF4-FFF2-40B4-BE49-F238E27FC236}">
                <a16:creationId xmlns:a16="http://schemas.microsoft.com/office/drawing/2014/main" id="{9613D472-57AA-402C-A549-322F0C85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B1E1E"/>
                </a:solidFill>
              </a:defRPr>
            </a:pPr>
            <a:r>
              <a:rPr sz="1200" b="1">
                <a:solidFill>
                  <a:srgbClr val="EB1E1E"/>
                </a:solidFill>
              </a:rPr>
              <a:t>KP0</a:t>
            </a:r>
          </a:p>
          <a:p xmlns:a="http://schemas.openxmlformats.org/drawingml/2006/main">
            <a:pPr algn="ctr">
              <a:defRPr sz="1200" b="1">
                <a:solidFill>
                  <a:srgbClr val="EB1E1E"/>
                </a:solidFill>
              </a:defRPr>
            </a:pPr>
            <a:r>
              <a:rPr sz="1200" b="1">
                <a:solidFill>
                  <a:srgbClr val="EB1E1E"/>
                </a:solidFill>
              </a:rPr>
              <a:t>红</a:t>
            </a:r>
          </a:p>
          <a:p xmlns:a="http://schemas.openxmlformats.org/drawingml/2006/main">
            <a:pPr algn="ctr">
              <a:defRPr sz="1200" b="1">
                <a:solidFill>
                  <a:srgbClr val="EB1E1E"/>
                </a:solidFill>
              </a:defRPr>
            </a:pPr>
            <a:r>
              <a:rPr sz="1200" b="1">
                <a:solidFill>
                  <a:srgbClr val="EB1E1E"/>
                </a:solidFill>
              </a:rPr>
              <a:t>0 mm</a:t>
            </a:r>
          </a:p>
        </p:txBody>
      </p:sp>
      <p:sp>
        <p:nvSpPr>
          <p:cNvPr id="20" name="header-KP1">
            <a:extLst xmlns:a="http://schemas.openxmlformats.org/drawingml/2006/main">
              <a:ext uri="{FF2B5EF4-FFF2-40B4-BE49-F238E27FC236}">
                <a16:creationId xmlns:a16="http://schemas.microsoft.com/office/drawing/2014/main" id="{0F4865B8-9036-47D1-898C-0D795EC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C00"/>
                </a:solidFill>
              </a:defRPr>
            </a:pPr>
            <a:r>
              <a:rPr sz="1200" b="1">
                <a:solidFill>
                  <a:srgbClr val="FF8C00"/>
                </a:solidFill>
              </a:rPr>
              <a:t>KP1</a:t>
            </a:r>
          </a:p>
          <a:p xmlns:a="http://schemas.openxmlformats.org/drawingml/2006/main">
            <a:pPr algn="ctr">
              <a:defRPr sz="1200" b="1">
                <a:solidFill>
                  <a:srgbClr val="FF8C00"/>
                </a:solidFill>
              </a:defRPr>
            </a:pPr>
            <a:r>
              <a:rPr sz="1200" b="1">
                <a:solidFill>
                  <a:srgbClr val="FF8C00"/>
                </a:solidFill>
              </a:rPr>
              <a:t>橙</a:t>
            </a:r>
          </a:p>
          <a:p xmlns:a="http://schemas.openxmlformats.org/drawingml/2006/main">
            <a:pPr algn="ctr">
              <a:defRPr sz="1200" b="1">
                <a:solidFill>
                  <a:srgbClr val="FF8C00"/>
                </a:solidFill>
              </a:defRPr>
            </a:pPr>
            <a:r>
              <a:rPr sz="1200" b="1">
                <a:solidFill>
                  <a:srgbClr val="FF8C00"/>
                </a:solidFill>
              </a:rPr>
              <a:t>7 mm</a:t>
            </a:r>
          </a:p>
        </p:txBody>
      </p:sp>
      <p:sp>
        <p:nvSpPr>
          <p:cNvPr id="21" name="header-KP2">
            <a:extLst xmlns:a="http://schemas.openxmlformats.org/drawingml/2006/main">
              <a:ext uri="{FF2B5EF4-FFF2-40B4-BE49-F238E27FC236}">
                <a16:creationId xmlns:a16="http://schemas.microsoft.com/office/drawing/2014/main" id="{5DE95669-424D-4307-AF70-983B260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6600"/>
                </a:solidFill>
              </a:defRPr>
            </a:pPr>
            <a:r>
              <a:rPr sz="1200" b="1">
                <a:solidFill>
                  <a:srgbClr val="6F6600"/>
                </a:solidFill>
              </a:rPr>
              <a:t>KP2</a:t>
            </a:r>
          </a:p>
          <a:p xmlns:a="http://schemas.openxmlformats.org/drawingml/2006/main">
            <a:pPr algn="ctr">
              <a:defRPr sz="1200" b="1">
                <a:solidFill>
                  <a:srgbClr val="6F6600"/>
                </a:solidFill>
              </a:defRPr>
            </a:pPr>
            <a:r>
              <a:rPr sz="1200" b="1">
                <a:solidFill>
                  <a:srgbClr val="6F6600"/>
                </a:solidFill>
              </a:rPr>
              <a:t>黄</a:t>
            </a:r>
          </a:p>
          <a:p xmlns:a="http://schemas.openxmlformats.org/drawingml/2006/main">
            <a:pPr algn="ctr">
              <a:defRPr sz="1200" b="1">
                <a:solidFill>
                  <a:srgbClr val="6F6600"/>
                </a:solidFill>
              </a:defRPr>
            </a:pPr>
            <a:r>
              <a:rPr sz="1200" b="1">
                <a:solidFill>
                  <a:srgbClr val="6F6600"/>
                </a:solidFill>
              </a:rPr>
              <a:t>14 mm</a:t>
            </a:r>
          </a:p>
        </p:txBody>
      </p:sp>
      <p:sp>
        <p:nvSpPr>
          <p:cNvPr id="22" name="header-KP3">
            <a:extLst xmlns:a="http://schemas.openxmlformats.org/drawingml/2006/main">
              <a:ext uri="{FF2B5EF4-FFF2-40B4-BE49-F238E27FC236}">
                <a16:creationId xmlns:a16="http://schemas.microsoft.com/office/drawing/2014/main" id="{1FE7E509-B6BA-4EB6-9E0D-D8F2F30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D228"/>
                </a:solidFill>
              </a:defRPr>
            </a:pPr>
            <a:r>
              <a:rPr sz="1200" b="1">
                <a:solidFill>
                  <a:srgbClr val="28D228"/>
                </a:solidFill>
              </a:rPr>
              <a:t>KP3</a:t>
            </a:r>
          </a:p>
          <a:p xmlns:a="http://schemas.openxmlformats.org/drawingml/2006/main">
            <a:pPr algn="ctr">
              <a:defRPr sz="1200" b="1">
                <a:solidFill>
                  <a:srgbClr val="28D228"/>
                </a:solidFill>
              </a:defRPr>
            </a:pPr>
            <a:r>
              <a:rPr sz="1200" b="1">
                <a:solidFill>
                  <a:srgbClr val="28D228"/>
                </a:solidFill>
              </a:rPr>
              <a:t>绿</a:t>
            </a:r>
          </a:p>
          <a:p xmlns:a="http://schemas.openxmlformats.org/drawingml/2006/main">
            <a:pPr algn="ctr">
              <a:defRPr sz="1200" b="1">
                <a:solidFill>
                  <a:srgbClr val="28D228"/>
                </a:solidFill>
              </a:defRPr>
            </a:pPr>
            <a:r>
              <a:rPr sz="1200" b="1">
                <a:solidFill>
                  <a:srgbClr val="28D228"/>
                </a:solidFill>
              </a:rPr>
              <a:t>21 mm</a:t>
            </a:r>
          </a:p>
        </p:txBody>
      </p:sp>
      <p:sp>
        <p:nvSpPr>
          <p:cNvPr id="23" name="header-KP4">
            <a:extLst xmlns:a="http://schemas.openxmlformats.org/drawingml/2006/main">
              <a:ext uri="{FF2B5EF4-FFF2-40B4-BE49-F238E27FC236}">
                <a16:creationId xmlns:a16="http://schemas.microsoft.com/office/drawing/2014/main" id="{F6291311-8C6E-4BC3-8EA5-DB1B4CC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D2E6"/>
                </a:solidFill>
              </a:defRPr>
            </a:pPr>
            <a:r>
              <a:rPr sz="1200" b="1">
                <a:solidFill>
                  <a:srgbClr val="14D2E6"/>
                </a:solidFill>
              </a:rPr>
              <a:t>KP4</a:t>
            </a:r>
          </a:p>
          <a:p xmlns:a="http://schemas.openxmlformats.org/drawingml/2006/main">
            <a:pPr algn="ctr">
              <a:defRPr sz="1200" b="1">
                <a:solidFill>
                  <a:srgbClr val="14D2E6"/>
                </a:solidFill>
              </a:defRPr>
            </a:pPr>
            <a:r>
              <a:rPr sz="1200" b="1">
                <a:solidFill>
                  <a:srgbClr val="14D2E6"/>
                </a:solidFill>
              </a:rPr>
              <a:t>青</a:t>
            </a:r>
          </a:p>
          <a:p xmlns:a="http://schemas.openxmlformats.org/drawingml/2006/main">
            <a:pPr algn="ctr">
              <a:defRPr sz="1200" b="1">
                <a:solidFill>
                  <a:srgbClr val="14D2E6"/>
                </a:solidFill>
              </a:defRPr>
            </a:pPr>
            <a:r>
              <a:rPr sz="1200" b="1">
                <a:solidFill>
                  <a:srgbClr val="14D2E6"/>
                </a:solidFill>
              </a:rPr>
              <a:t>28 mm</a:t>
            </a:r>
          </a:p>
        </p:txBody>
      </p:sp>
      <p:sp>
        <p:nvSpPr>
          <p:cNvPr id="24" name="header-KP5">
            <a:extLst xmlns:a="http://schemas.openxmlformats.org/drawingml/2006/main">
              <a:ext uri="{FF2B5EF4-FFF2-40B4-BE49-F238E27FC236}">
                <a16:creationId xmlns:a16="http://schemas.microsoft.com/office/drawing/2014/main" id="{45AE24A6-9A7C-456C-859E-DC55C56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50EB"/>
                </a:solidFill>
              </a:defRPr>
            </a:pPr>
            <a:r>
              <a:rPr sz="1200" b="1">
                <a:solidFill>
                  <a:srgbClr val="1950EB"/>
                </a:solidFill>
              </a:rPr>
              <a:t>KP5</a:t>
            </a:r>
          </a:p>
          <a:p xmlns:a="http://schemas.openxmlformats.org/drawingml/2006/main">
            <a:pPr algn="ctr">
              <a:defRPr sz="1200" b="1">
                <a:solidFill>
                  <a:srgbClr val="1950EB"/>
                </a:solidFill>
              </a:defRPr>
            </a:pPr>
            <a:r>
              <a:rPr sz="1200" b="1">
                <a:solidFill>
                  <a:srgbClr val="1950EB"/>
                </a:solidFill>
              </a:rPr>
              <a:t>蓝</a:t>
            </a:r>
          </a:p>
          <a:p xmlns:a="http://schemas.openxmlformats.org/drawingml/2006/main">
            <a:pPr algn="ctr">
              <a:defRPr sz="1200" b="1">
                <a:solidFill>
                  <a:srgbClr val="1950EB"/>
                </a:solidFill>
              </a:defRPr>
            </a:pPr>
            <a:r>
              <a:rPr sz="1200" b="1">
                <a:solidFill>
                  <a:srgbClr val="1950EB"/>
                </a:solidFill>
              </a:rPr>
              <a:t>35 mm</a:t>
            </a:r>
          </a:p>
        </p:txBody>
      </p:sp>
      <p:sp>
        <p:nvSpPr>
          <p:cNvPr id="25" name="header-KP6">
            <a:extLst xmlns:a="http://schemas.openxmlformats.org/drawingml/2006/main">
              <a:ext uri="{FF2B5EF4-FFF2-40B4-BE49-F238E27FC236}">
                <a16:creationId xmlns:a16="http://schemas.microsoft.com/office/drawing/2014/main" id="{4494B439-BF96-406B-A7FD-DECD041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000" y="1836000"/>
            <a:ext cx="75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21ED2"/>
                </a:solidFill>
              </a:defRPr>
            </a:pPr>
            <a:r>
              <a:rPr sz="1200" b="1">
                <a:solidFill>
                  <a:srgbClr val="D21ED2"/>
                </a:solidFill>
              </a:rPr>
              <a:t>KP6</a:t>
            </a:r>
          </a:p>
          <a:p xmlns:a="http://schemas.openxmlformats.org/drawingml/2006/main">
            <a:pPr algn="ctr">
              <a:defRPr sz="1200" b="1">
                <a:solidFill>
                  <a:srgbClr val="D21ED2"/>
                </a:solidFill>
              </a:defRPr>
            </a:pPr>
            <a:r>
              <a:rPr sz="1200" b="1">
                <a:solidFill>
                  <a:srgbClr val="D21ED2"/>
                </a:solidFill>
              </a:rPr>
              <a:t>品红</a:t>
            </a:r>
          </a:p>
          <a:p xmlns:a="http://schemas.openxmlformats.org/drawingml/2006/main">
            <a:pPr algn="ctr">
              <a:defRPr sz="1200" b="1">
                <a:solidFill>
                  <a:srgbClr val="D21ED2"/>
                </a:solidFill>
              </a:defRPr>
            </a:pPr>
            <a:r>
              <a:rPr sz="1200" b="1">
                <a:solidFill>
                  <a:srgbClr val="D21ED2"/>
                </a:solidFill>
              </a:rPr>
              <a:t>42 mm</a:t>
            </a:r>
          </a:p>
        </p:txBody>
      </p:sp>
      <p:sp>
        <p:nvSpPr>
          <p:cNvPr id="26" name="set-label-1">
            <a:extLst xmlns:a="http://schemas.openxmlformats.org/drawingml/2006/main">
              <a:ext uri="{FF2B5EF4-FFF2-40B4-BE49-F238E27FC236}">
                <a16:creationId xmlns:a16="http://schemas.microsoft.com/office/drawing/2014/main" id="{9D7BF4FE-79F4-491F-9284-EC39824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4444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01</a:t>
            </a:r>
          </a:p>
        </p:txBody>
      </p:sp>
      <p:sp>
        <p:nvSpPr>
          <p:cNvPr id="27" name="set-1-KP0-black-border">
            <a:extLst xmlns:a="http://schemas.openxmlformats.org/drawingml/2006/main">
              <a:ext uri="{FF2B5EF4-FFF2-40B4-BE49-F238E27FC236}">
                <a16:creationId xmlns:a16="http://schemas.microsoft.com/office/drawing/2014/main" id="{6AAAD7C5-40D7-4AB3-AC4C-988285D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8" name="set-1-KP0-color-band">
            <a:extLst xmlns:a="http://schemas.openxmlformats.org/drawingml/2006/main">
              <a:ext uri="{FF2B5EF4-FFF2-40B4-BE49-F238E27FC236}">
                <a16:creationId xmlns:a16="http://schemas.microsoft.com/office/drawing/2014/main" id="{2F85D726-D811-4C6E-B586-876D2E88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29" name="crop-L-0-KP0">
            <a:extLst xmlns:a="http://schemas.openxmlformats.org/drawingml/2006/main">
              <a:ext uri="{FF2B5EF4-FFF2-40B4-BE49-F238E27FC236}">
                <a16:creationId xmlns:a16="http://schemas.microsoft.com/office/drawing/2014/main" id="{663C6547-4B85-4D8A-9578-D4F77E9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" name="crop-R-0-KP0">
            <a:extLst xmlns:a="http://schemas.openxmlformats.org/drawingml/2006/main">
              <a:ext uri="{FF2B5EF4-FFF2-40B4-BE49-F238E27FC236}">
                <a16:creationId xmlns:a16="http://schemas.microsoft.com/office/drawing/2014/main" id="{3936CC27-9AB6-4810-ADD1-E362607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" name="crop-T-0-KP0">
            <a:extLst xmlns:a="http://schemas.openxmlformats.org/drawingml/2006/main">
              <a:ext uri="{FF2B5EF4-FFF2-40B4-BE49-F238E27FC236}">
                <a16:creationId xmlns:a16="http://schemas.microsoft.com/office/drawing/2014/main" id="{5E4E6C55-B3DB-4E85-BBAB-773D459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" name="crop-B-0-KP0">
            <a:extLst xmlns:a="http://schemas.openxmlformats.org/drawingml/2006/main">
              <a:ext uri="{FF2B5EF4-FFF2-40B4-BE49-F238E27FC236}">
                <a16:creationId xmlns:a16="http://schemas.microsoft.com/office/drawing/2014/main" id="{BADE0A38-28CA-4065-ADCE-8FC08FB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" name="set-1-KP1-black-border">
            <a:extLst xmlns:a="http://schemas.openxmlformats.org/drawingml/2006/main">
              <a:ext uri="{FF2B5EF4-FFF2-40B4-BE49-F238E27FC236}">
                <a16:creationId xmlns:a16="http://schemas.microsoft.com/office/drawing/2014/main" id="{39B35172-E9A2-424B-ACEF-937DCF64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4" name="set-1-KP1-color-band">
            <a:extLst xmlns:a="http://schemas.openxmlformats.org/drawingml/2006/main">
              <a:ext uri="{FF2B5EF4-FFF2-40B4-BE49-F238E27FC236}">
                <a16:creationId xmlns:a16="http://schemas.microsoft.com/office/drawing/2014/main" id="{5EC2889C-640B-44F4-8916-65CC4D5E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35" name="crop-L-0-KP1">
            <a:extLst xmlns:a="http://schemas.openxmlformats.org/drawingml/2006/main">
              <a:ext uri="{FF2B5EF4-FFF2-40B4-BE49-F238E27FC236}">
                <a16:creationId xmlns:a16="http://schemas.microsoft.com/office/drawing/2014/main" id="{41C4D862-2047-48FA-B556-14C46EEB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" name="crop-R-0-KP1">
            <a:extLst xmlns:a="http://schemas.openxmlformats.org/drawingml/2006/main">
              <a:ext uri="{FF2B5EF4-FFF2-40B4-BE49-F238E27FC236}">
                <a16:creationId xmlns:a16="http://schemas.microsoft.com/office/drawing/2014/main" id="{5F377D4A-FFF4-41AC-A919-7D55876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" name="crop-T-0-KP1">
            <a:extLst xmlns:a="http://schemas.openxmlformats.org/drawingml/2006/main">
              <a:ext uri="{FF2B5EF4-FFF2-40B4-BE49-F238E27FC236}">
                <a16:creationId xmlns:a16="http://schemas.microsoft.com/office/drawing/2014/main" id="{90D90F91-CB42-450E-AE9D-56EB9BA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" name="crop-B-0-KP1">
            <a:extLst xmlns:a="http://schemas.openxmlformats.org/drawingml/2006/main">
              <a:ext uri="{FF2B5EF4-FFF2-40B4-BE49-F238E27FC236}">
                <a16:creationId xmlns:a16="http://schemas.microsoft.com/office/drawing/2014/main" id="{F9C5CAD4-AB3A-42EE-99C6-CFC9491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" name="set-1-KP2-black-border">
            <a:extLst xmlns:a="http://schemas.openxmlformats.org/drawingml/2006/main">
              <a:ext uri="{FF2B5EF4-FFF2-40B4-BE49-F238E27FC236}">
                <a16:creationId xmlns:a16="http://schemas.microsoft.com/office/drawing/2014/main" id="{A416A1ED-F2F3-4FA7-9B39-53E8BE48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0" name="set-1-KP2-color-band">
            <a:extLst xmlns:a="http://schemas.openxmlformats.org/drawingml/2006/main">
              <a:ext uri="{FF2B5EF4-FFF2-40B4-BE49-F238E27FC236}">
                <a16:creationId xmlns:a16="http://schemas.microsoft.com/office/drawing/2014/main" id="{9125AD9E-05EF-49F5-80FB-AE72442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41" name="crop-L-0-KP2">
            <a:extLst xmlns:a="http://schemas.openxmlformats.org/drawingml/2006/main">
              <a:ext uri="{FF2B5EF4-FFF2-40B4-BE49-F238E27FC236}">
                <a16:creationId xmlns:a16="http://schemas.microsoft.com/office/drawing/2014/main" id="{F83FD7DC-AAB6-4654-9531-20E540D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" name="crop-R-0-KP2">
            <a:extLst xmlns:a="http://schemas.openxmlformats.org/drawingml/2006/main">
              <a:ext uri="{FF2B5EF4-FFF2-40B4-BE49-F238E27FC236}">
                <a16:creationId xmlns:a16="http://schemas.microsoft.com/office/drawing/2014/main" id="{EA4F9C71-E837-4704-941F-6BDC258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" name="crop-T-0-KP2">
            <a:extLst xmlns:a="http://schemas.openxmlformats.org/drawingml/2006/main">
              <a:ext uri="{FF2B5EF4-FFF2-40B4-BE49-F238E27FC236}">
                <a16:creationId xmlns:a16="http://schemas.microsoft.com/office/drawing/2014/main" id="{CB79C7A3-A940-4692-BD35-46037306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" name="crop-B-0-KP2">
            <a:extLst xmlns:a="http://schemas.openxmlformats.org/drawingml/2006/main">
              <a:ext uri="{FF2B5EF4-FFF2-40B4-BE49-F238E27FC236}">
                <a16:creationId xmlns:a16="http://schemas.microsoft.com/office/drawing/2014/main" id="{D9FB45AA-64B5-4BF2-AE3C-F0F85D8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" name="set-1-KP3-black-border">
            <a:extLst xmlns:a="http://schemas.openxmlformats.org/drawingml/2006/main">
              <a:ext uri="{FF2B5EF4-FFF2-40B4-BE49-F238E27FC236}">
                <a16:creationId xmlns:a16="http://schemas.microsoft.com/office/drawing/2014/main" id="{08C5A5E6-D00C-42F6-BFCB-CB5F752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6" name="set-1-KP3-color-band">
            <a:extLst xmlns:a="http://schemas.openxmlformats.org/drawingml/2006/main">
              <a:ext uri="{FF2B5EF4-FFF2-40B4-BE49-F238E27FC236}">
                <a16:creationId xmlns:a16="http://schemas.microsoft.com/office/drawing/2014/main" id="{DA9FBC53-2C2C-4ED6-8E6A-9DAFB10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47" name="crop-L-0-KP3">
            <a:extLst xmlns:a="http://schemas.openxmlformats.org/drawingml/2006/main">
              <a:ext uri="{FF2B5EF4-FFF2-40B4-BE49-F238E27FC236}">
                <a16:creationId xmlns:a16="http://schemas.microsoft.com/office/drawing/2014/main" id="{E04457F7-B732-4E4E-AF90-01AE4ECB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" name="crop-R-0-KP3">
            <a:extLst xmlns:a="http://schemas.openxmlformats.org/drawingml/2006/main">
              <a:ext uri="{FF2B5EF4-FFF2-40B4-BE49-F238E27FC236}">
                <a16:creationId xmlns:a16="http://schemas.microsoft.com/office/drawing/2014/main" id="{B60245E1-5E97-4339-9585-E15925D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" name="crop-T-0-KP3">
            <a:extLst xmlns:a="http://schemas.openxmlformats.org/drawingml/2006/main">
              <a:ext uri="{FF2B5EF4-FFF2-40B4-BE49-F238E27FC236}">
                <a16:creationId xmlns:a16="http://schemas.microsoft.com/office/drawing/2014/main" id="{355FC25A-7963-4671-B9CD-06899DF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" name="crop-B-0-KP3">
            <a:extLst xmlns:a="http://schemas.openxmlformats.org/drawingml/2006/main">
              <a:ext uri="{FF2B5EF4-FFF2-40B4-BE49-F238E27FC236}">
                <a16:creationId xmlns:a16="http://schemas.microsoft.com/office/drawing/2014/main" id="{27A918AF-62D4-491A-822E-D93069A4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" name="set-1-KP4-black-border">
            <a:extLst xmlns:a="http://schemas.openxmlformats.org/drawingml/2006/main">
              <a:ext uri="{FF2B5EF4-FFF2-40B4-BE49-F238E27FC236}">
                <a16:creationId xmlns:a16="http://schemas.microsoft.com/office/drawing/2014/main" id="{39D4A287-A29A-4BEF-A813-62B5CF1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2" name="set-1-KP4-color-band">
            <a:extLst xmlns:a="http://schemas.openxmlformats.org/drawingml/2006/main">
              <a:ext uri="{FF2B5EF4-FFF2-40B4-BE49-F238E27FC236}">
                <a16:creationId xmlns:a16="http://schemas.microsoft.com/office/drawing/2014/main" id="{FA312679-A9FC-46BF-962C-F90FD28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53" name="crop-L-0-KP4">
            <a:extLst xmlns:a="http://schemas.openxmlformats.org/drawingml/2006/main">
              <a:ext uri="{FF2B5EF4-FFF2-40B4-BE49-F238E27FC236}">
                <a16:creationId xmlns:a16="http://schemas.microsoft.com/office/drawing/2014/main" id="{930C9DDF-A8F5-496B-AA6D-50A1647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" name="crop-R-0-KP4">
            <a:extLst xmlns:a="http://schemas.openxmlformats.org/drawingml/2006/main">
              <a:ext uri="{FF2B5EF4-FFF2-40B4-BE49-F238E27FC236}">
                <a16:creationId xmlns:a16="http://schemas.microsoft.com/office/drawing/2014/main" id="{FE53343A-4720-48B9-804D-282B571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" name="crop-T-0-KP4">
            <a:extLst xmlns:a="http://schemas.openxmlformats.org/drawingml/2006/main">
              <a:ext uri="{FF2B5EF4-FFF2-40B4-BE49-F238E27FC236}">
                <a16:creationId xmlns:a16="http://schemas.microsoft.com/office/drawing/2014/main" id="{BA501008-937C-4869-B8D1-A6AFC1D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" name="crop-B-0-KP4">
            <a:extLst xmlns:a="http://schemas.openxmlformats.org/drawingml/2006/main">
              <a:ext uri="{FF2B5EF4-FFF2-40B4-BE49-F238E27FC236}">
                <a16:creationId xmlns:a16="http://schemas.microsoft.com/office/drawing/2014/main" id="{21C57897-42BC-4D62-A9D2-5C9C034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" name="set-1-KP5-black-border">
            <a:extLst xmlns:a="http://schemas.openxmlformats.org/drawingml/2006/main">
              <a:ext uri="{FF2B5EF4-FFF2-40B4-BE49-F238E27FC236}">
                <a16:creationId xmlns:a16="http://schemas.microsoft.com/office/drawing/2014/main" id="{4EBE5EF9-F58D-4582-B86E-31F3AD22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8" name="set-1-KP5-color-band">
            <a:extLst xmlns:a="http://schemas.openxmlformats.org/drawingml/2006/main">
              <a:ext uri="{FF2B5EF4-FFF2-40B4-BE49-F238E27FC236}">
                <a16:creationId xmlns:a16="http://schemas.microsoft.com/office/drawing/2014/main" id="{28EAB4DC-8883-4153-AA6B-CA8D3752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59" name="crop-L-0-KP5">
            <a:extLst xmlns:a="http://schemas.openxmlformats.org/drawingml/2006/main">
              <a:ext uri="{FF2B5EF4-FFF2-40B4-BE49-F238E27FC236}">
                <a16:creationId xmlns:a16="http://schemas.microsoft.com/office/drawing/2014/main" id="{25C2D9E9-B278-4F09-9B34-A001BF1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" name="crop-R-0-KP5">
            <a:extLst xmlns:a="http://schemas.openxmlformats.org/drawingml/2006/main">
              <a:ext uri="{FF2B5EF4-FFF2-40B4-BE49-F238E27FC236}">
                <a16:creationId xmlns:a16="http://schemas.microsoft.com/office/drawing/2014/main" id="{F34B5F3E-7FA8-45D3-8E76-055D0C5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" name="crop-T-0-KP5">
            <a:extLst xmlns:a="http://schemas.openxmlformats.org/drawingml/2006/main">
              <a:ext uri="{FF2B5EF4-FFF2-40B4-BE49-F238E27FC236}">
                <a16:creationId xmlns:a16="http://schemas.microsoft.com/office/drawing/2014/main" id="{ED732F7F-9040-4182-9110-E679134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" name="crop-B-0-KP5">
            <a:extLst xmlns:a="http://schemas.openxmlformats.org/drawingml/2006/main">
              <a:ext uri="{FF2B5EF4-FFF2-40B4-BE49-F238E27FC236}">
                <a16:creationId xmlns:a16="http://schemas.microsoft.com/office/drawing/2014/main" id="{C97875B7-27F3-46DE-9DC8-3E7FAF1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" name="set-1-KP6-black-border">
            <a:extLst xmlns:a="http://schemas.openxmlformats.org/drawingml/2006/main">
              <a:ext uri="{FF2B5EF4-FFF2-40B4-BE49-F238E27FC236}">
                <a16:creationId xmlns:a16="http://schemas.microsoft.com/office/drawing/2014/main" id="{C62CA49D-F9F1-4015-90D0-7935A1D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520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4" name="set-1-KP6-color-band">
            <a:extLst xmlns:a="http://schemas.openxmlformats.org/drawingml/2006/main">
              <a:ext uri="{FF2B5EF4-FFF2-40B4-BE49-F238E27FC236}">
                <a16:creationId xmlns:a16="http://schemas.microsoft.com/office/drawing/2014/main" id="{CACB53F6-31CF-4CF2-B340-02350DE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527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65" name="crop-L-0-KP6">
            <a:extLst xmlns:a="http://schemas.openxmlformats.org/drawingml/2006/main">
              <a:ext uri="{FF2B5EF4-FFF2-40B4-BE49-F238E27FC236}">
                <a16:creationId xmlns:a16="http://schemas.microsoft.com/office/drawing/2014/main" id="{16AE370B-3DB7-4B97-8219-BD56026E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" name="crop-R-0-KP6">
            <a:extLst xmlns:a="http://schemas.openxmlformats.org/drawingml/2006/main">
              <a:ext uri="{FF2B5EF4-FFF2-40B4-BE49-F238E27FC236}">
                <a16:creationId xmlns:a16="http://schemas.microsoft.com/office/drawing/2014/main" id="{34204285-39EE-4C66-AC90-8FBD57B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2496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" name="crop-T-0-KP6">
            <a:extLst xmlns:a="http://schemas.openxmlformats.org/drawingml/2006/main">
              <a:ext uri="{FF2B5EF4-FFF2-40B4-BE49-F238E27FC236}">
                <a16:creationId xmlns:a16="http://schemas.microsoft.com/office/drawing/2014/main" id="{0258E2FA-9352-42C7-B287-191A2AA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2520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" name="crop-B-0-KP6">
            <a:extLst xmlns:a="http://schemas.openxmlformats.org/drawingml/2006/main">
              <a:ext uri="{FF2B5EF4-FFF2-40B4-BE49-F238E27FC236}">
                <a16:creationId xmlns:a16="http://schemas.microsoft.com/office/drawing/2014/main" id="{2AF49842-FE12-4743-8476-27DF9CCC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256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" name="set-label-2">
            <a:extLst xmlns:a="http://schemas.openxmlformats.org/drawingml/2006/main">
              <a:ext uri="{FF2B5EF4-FFF2-40B4-BE49-F238E27FC236}">
                <a16:creationId xmlns:a16="http://schemas.microsoft.com/office/drawing/2014/main" id="{2FB7E9D4-05A5-4A1C-BAA7-8485EDE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8476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02</a:t>
            </a:r>
          </a:p>
        </p:txBody>
      </p:sp>
      <p:sp>
        <p:nvSpPr>
          <p:cNvPr id="70" name="set-2-KP0-black-border">
            <a:extLst xmlns:a="http://schemas.openxmlformats.org/drawingml/2006/main">
              <a:ext uri="{FF2B5EF4-FFF2-40B4-BE49-F238E27FC236}">
                <a16:creationId xmlns:a16="http://schemas.microsoft.com/office/drawing/2014/main" id="{449035E4-36F0-44AD-8990-B98F5D13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1" name="set-2-KP0-color-band">
            <a:extLst xmlns:a="http://schemas.openxmlformats.org/drawingml/2006/main">
              <a:ext uri="{FF2B5EF4-FFF2-40B4-BE49-F238E27FC236}">
                <a16:creationId xmlns:a16="http://schemas.microsoft.com/office/drawing/2014/main" id="{257695E8-6C71-4DEC-A1D6-D131D30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72" name="crop-L-1-KP0">
            <a:extLst xmlns:a="http://schemas.openxmlformats.org/drawingml/2006/main">
              <a:ext uri="{FF2B5EF4-FFF2-40B4-BE49-F238E27FC236}">
                <a16:creationId xmlns:a16="http://schemas.microsoft.com/office/drawing/2014/main" id="{BDA8A1BC-9006-4C51-97A0-F88D17E0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" name="crop-R-1-KP0">
            <a:extLst xmlns:a="http://schemas.openxmlformats.org/drawingml/2006/main">
              <a:ext uri="{FF2B5EF4-FFF2-40B4-BE49-F238E27FC236}">
                <a16:creationId xmlns:a16="http://schemas.microsoft.com/office/drawing/2014/main" id="{FADD12B1-7BDA-4811-A353-161E6DE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" name="crop-T-1-KP0">
            <a:extLst xmlns:a="http://schemas.openxmlformats.org/drawingml/2006/main">
              <a:ext uri="{FF2B5EF4-FFF2-40B4-BE49-F238E27FC236}">
                <a16:creationId xmlns:a16="http://schemas.microsoft.com/office/drawing/2014/main" id="{B47518D8-8322-49C9-BF66-79DE6ADC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" name="crop-B-1-KP0">
            <a:extLst xmlns:a="http://schemas.openxmlformats.org/drawingml/2006/main">
              <a:ext uri="{FF2B5EF4-FFF2-40B4-BE49-F238E27FC236}">
                <a16:creationId xmlns:a16="http://schemas.microsoft.com/office/drawing/2014/main" id="{95B6D0E1-86E9-4C8A-B6CC-027ADBC9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" name="set-2-KP1-black-border">
            <a:extLst xmlns:a="http://schemas.openxmlformats.org/drawingml/2006/main">
              <a:ext uri="{FF2B5EF4-FFF2-40B4-BE49-F238E27FC236}">
                <a16:creationId xmlns:a16="http://schemas.microsoft.com/office/drawing/2014/main" id="{F94812EA-7732-4EB9-99BA-2012EC8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7" name="set-2-KP1-color-band">
            <a:extLst xmlns:a="http://schemas.openxmlformats.org/drawingml/2006/main">
              <a:ext uri="{FF2B5EF4-FFF2-40B4-BE49-F238E27FC236}">
                <a16:creationId xmlns:a16="http://schemas.microsoft.com/office/drawing/2014/main" id="{A5D81362-5FDC-43F0-BCFC-4F006D3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78" name="crop-L-1-KP1">
            <a:extLst xmlns:a="http://schemas.openxmlformats.org/drawingml/2006/main">
              <a:ext uri="{FF2B5EF4-FFF2-40B4-BE49-F238E27FC236}">
                <a16:creationId xmlns:a16="http://schemas.microsoft.com/office/drawing/2014/main" id="{E625BB68-B191-4576-A75B-743AF692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" name="crop-R-1-KP1">
            <a:extLst xmlns:a="http://schemas.openxmlformats.org/drawingml/2006/main">
              <a:ext uri="{FF2B5EF4-FFF2-40B4-BE49-F238E27FC236}">
                <a16:creationId xmlns:a16="http://schemas.microsoft.com/office/drawing/2014/main" id="{D1CC9274-99FB-4D67-B8CB-298E3CE8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0" name="crop-T-1-KP1">
            <a:extLst xmlns:a="http://schemas.openxmlformats.org/drawingml/2006/main">
              <a:ext uri="{FF2B5EF4-FFF2-40B4-BE49-F238E27FC236}">
                <a16:creationId xmlns:a16="http://schemas.microsoft.com/office/drawing/2014/main" id="{489D9CD1-3C29-405F-B87B-95C5D465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1" name="crop-B-1-KP1">
            <a:extLst xmlns:a="http://schemas.openxmlformats.org/drawingml/2006/main">
              <a:ext uri="{FF2B5EF4-FFF2-40B4-BE49-F238E27FC236}">
                <a16:creationId xmlns:a16="http://schemas.microsoft.com/office/drawing/2014/main" id="{6BA483BB-5A71-4962-A4FC-2F20923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2" name="set-2-KP2-black-border">
            <a:extLst xmlns:a="http://schemas.openxmlformats.org/drawingml/2006/main">
              <a:ext uri="{FF2B5EF4-FFF2-40B4-BE49-F238E27FC236}">
                <a16:creationId xmlns:a16="http://schemas.microsoft.com/office/drawing/2014/main" id="{E419DE18-9754-4B5A-A4EB-5C081531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83" name="set-2-KP2-color-band">
            <a:extLst xmlns:a="http://schemas.openxmlformats.org/drawingml/2006/main">
              <a:ext uri="{FF2B5EF4-FFF2-40B4-BE49-F238E27FC236}">
                <a16:creationId xmlns:a16="http://schemas.microsoft.com/office/drawing/2014/main" id="{69AFFB02-86AA-4641-B08C-366300A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84" name="crop-L-1-KP2">
            <a:extLst xmlns:a="http://schemas.openxmlformats.org/drawingml/2006/main">
              <a:ext uri="{FF2B5EF4-FFF2-40B4-BE49-F238E27FC236}">
                <a16:creationId xmlns:a16="http://schemas.microsoft.com/office/drawing/2014/main" id="{DCB3BFEF-D1D6-43D4-9EE2-EEB2CE1C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5" name="crop-R-1-KP2">
            <a:extLst xmlns:a="http://schemas.openxmlformats.org/drawingml/2006/main">
              <a:ext uri="{FF2B5EF4-FFF2-40B4-BE49-F238E27FC236}">
                <a16:creationId xmlns:a16="http://schemas.microsoft.com/office/drawing/2014/main" id="{5746ED02-8F4F-47B1-94DE-AA4ED969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6" name="crop-T-1-KP2">
            <a:extLst xmlns:a="http://schemas.openxmlformats.org/drawingml/2006/main">
              <a:ext uri="{FF2B5EF4-FFF2-40B4-BE49-F238E27FC236}">
                <a16:creationId xmlns:a16="http://schemas.microsoft.com/office/drawing/2014/main" id="{F602AF0C-756C-4D75-8B20-D1AEC9C3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7" name="crop-B-1-KP2">
            <a:extLst xmlns:a="http://schemas.openxmlformats.org/drawingml/2006/main">
              <a:ext uri="{FF2B5EF4-FFF2-40B4-BE49-F238E27FC236}">
                <a16:creationId xmlns:a16="http://schemas.microsoft.com/office/drawing/2014/main" id="{1F1D3DDF-E8DD-4B07-9CDA-1FF3EC0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8" name="set-2-KP3-black-border">
            <a:extLst xmlns:a="http://schemas.openxmlformats.org/drawingml/2006/main">
              <a:ext uri="{FF2B5EF4-FFF2-40B4-BE49-F238E27FC236}">
                <a16:creationId xmlns:a16="http://schemas.microsoft.com/office/drawing/2014/main" id="{4C030378-227D-4322-9C2B-A9F7626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89" name="set-2-KP3-color-band">
            <a:extLst xmlns:a="http://schemas.openxmlformats.org/drawingml/2006/main">
              <a:ext uri="{FF2B5EF4-FFF2-40B4-BE49-F238E27FC236}">
                <a16:creationId xmlns:a16="http://schemas.microsoft.com/office/drawing/2014/main" id="{DF8616F8-87C9-4E70-9608-AC54640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90" name="crop-L-1-KP3">
            <a:extLst xmlns:a="http://schemas.openxmlformats.org/drawingml/2006/main">
              <a:ext uri="{FF2B5EF4-FFF2-40B4-BE49-F238E27FC236}">
                <a16:creationId xmlns:a16="http://schemas.microsoft.com/office/drawing/2014/main" id="{2D731B5E-834C-4A4F-A046-418B0725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1" name="crop-R-1-KP3">
            <a:extLst xmlns:a="http://schemas.openxmlformats.org/drawingml/2006/main">
              <a:ext uri="{FF2B5EF4-FFF2-40B4-BE49-F238E27FC236}">
                <a16:creationId xmlns:a16="http://schemas.microsoft.com/office/drawing/2014/main" id="{5D42C7B2-5E14-4FA1-8803-6EB8239C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2" name="crop-T-1-KP3">
            <a:extLst xmlns:a="http://schemas.openxmlformats.org/drawingml/2006/main">
              <a:ext uri="{FF2B5EF4-FFF2-40B4-BE49-F238E27FC236}">
                <a16:creationId xmlns:a16="http://schemas.microsoft.com/office/drawing/2014/main" id="{4255F056-82D0-40E5-8397-2FDA060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3" name="crop-B-1-KP3">
            <a:extLst xmlns:a="http://schemas.openxmlformats.org/drawingml/2006/main">
              <a:ext uri="{FF2B5EF4-FFF2-40B4-BE49-F238E27FC236}">
                <a16:creationId xmlns:a16="http://schemas.microsoft.com/office/drawing/2014/main" id="{C7A3246F-E63F-431C-B6A0-E1BAA522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4" name="set-2-KP4-black-border">
            <a:extLst xmlns:a="http://schemas.openxmlformats.org/drawingml/2006/main">
              <a:ext uri="{FF2B5EF4-FFF2-40B4-BE49-F238E27FC236}">
                <a16:creationId xmlns:a16="http://schemas.microsoft.com/office/drawing/2014/main" id="{052219FE-85EB-4563-9A34-77B6A29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95" name="set-2-KP4-color-band">
            <a:extLst xmlns:a="http://schemas.openxmlformats.org/drawingml/2006/main">
              <a:ext uri="{FF2B5EF4-FFF2-40B4-BE49-F238E27FC236}">
                <a16:creationId xmlns:a16="http://schemas.microsoft.com/office/drawing/2014/main" id="{A7555E72-55C6-4E47-A042-70D28AE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96" name="crop-L-1-KP4">
            <a:extLst xmlns:a="http://schemas.openxmlformats.org/drawingml/2006/main">
              <a:ext uri="{FF2B5EF4-FFF2-40B4-BE49-F238E27FC236}">
                <a16:creationId xmlns:a16="http://schemas.microsoft.com/office/drawing/2014/main" id="{835D8C64-AA85-4B70-A261-81CD4B3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7" name="crop-R-1-KP4">
            <a:extLst xmlns:a="http://schemas.openxmlformats.org/drawingml/2006/main">
              <a:ext uri="{FF2B5EF4-FFF2-40B4-BE49-F238E27FC236}">
                <a16:creationId xmlns:a16="http://schemas.microsoft.com/office/drawing/2014/main" id="{6DAED099-3DCA-44CE-8AF5-BB6A6C55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8" name="crop-T-1-KP4">
            <a:extLst xmlns:a="http://schemas.openxmlformats.org/drawingml/2006/main">
              <a:ext uri="{FF2B5EF4-FFF2-40B4-BE49-F238E27FC236}">
                <a16:creationId xmlns:a16="http://schemas.microsoft.com/office/drawing/2014/main" id="{6245B256-197C-481C-839B-0B3F4C5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99" name="crop-B-1-KP4">
            <a:extLst xmlns:a="http://schemas.openxmlformats.org/drawingml/2006/main">
              <a:ext uri="{FF2B5EF4-FFF2-40B4-BE49-F238E27FC236}">
                <a16:creationId xmlns:a16="http://schemas.microsoft.com/office/drawing/2014/main" id="{75D35662-7D9D-4CDF-B434-8D73AE67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0" name="set-2-KP5-black-border">
            <a:extLst xmlns:a="http://schemas.openxmlformats.org/drawingml/2006/main">
              <a:ext uri="{FF2B5EF4-FFF2-40B4-BE49-F238E27FC236}">
                <a16:creationId xmlns:a16="http://schemas.microsoft.com/office/drawing/2014/main" id="{A01F94E8-D49E-4908-9A13-AA4E811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01" name="set-2-KP5-color-band">
            <a:extLst xmlns:a="http://schemas.openxmlformats.org/drawingml/2006/main">
              <a:ext uri="{FF2B5EF4-FFF2-40B4-BE49-F238E27FC236}">
                <a16:creationId xmlns:a16="http://schemas.microsoft.com/office/drawing/2014/main" id="{FC85BF0D-62AC-48A1-94F5-71FB3DB3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102" name="crop-L-1-KP5">
            <a:extLst xmlns:a="http://schemas.openxmlformats.org/drawingml/2006/main">
              <a:ext uri="{FF2B5EF4-FFF2-40B4-BE49-F238E27FC236}">
                <a16:creationId xmlns:a16="http://schemas.microsoft.com/office/drawing/2014/main" id="{062CD92C-4B83-432E-9542-042E2364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3" name="crop-R-1-KP5">
            <a:extLst xmlns:a="http://schemas.openxmlformats.org/drawingml/2006/main">
              <a:ext uri="{FF2B5EF4-FFF2-40B4-BE49-F238E27FC236}">
                <a16:creationId xmlns:a16="http://schemas.microsoft.com/office/drawing/2014/main" id="{E598614B-E7A0-4FF8-964D-43006B0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4" name="crop-T-1-KP5">
            <a:extLst xmlns:a="http://schemas.openxmlformats.org/drawingml/2006/main">
              <a:ext uri="{FF2B5EF4-FFF2-40B4-BE49-F238E27FC236}">
                <a16:creationId xmlns:a16="http://schemas.microsoft.com/office/drawing/2014/main" id="{FD50184B-CE25-4058-A03E-1C74373A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5" name="crop-B-1-KP5">
            <a:extLst xmlns:a="http://schemas.openxmlformats.org/drawingml/2006/main">
              <a:ext uri="{FF2B5EF4-FFF2-40B4-BE49-F238E27FC236}">
                <a16:creationId xmlns:a16="http://schemas.microsoft.com/office/drawing/2014/main" id="{49B40B0E-507C-4120-9265-1DB23B1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6" name="set-2-KP6-black-border">
            <a:extLst xmlns:a="http://schemas.openxmlformats.org/drawingml/2006/main">
              <a:ext uri="{FF2B5EF4-FFF2-40B4-BE49-F238E27FC236}">
                <a16:creationId xmlns:a16="http://schemas.microsoft.com/office/drawing/2014/main" id="{EDF7A660-6962-457B-AF03-27C0A50D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923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07" name="set-2-KP6-color-band">
            <a:extLst xmlns:a="http://schemas.openxmlformats.org/drawingml/2006/main">
              <a:ext uri="{FF2B5EF4-FFF2-40B4-BE49-F238E27FC236}">
                <a16:creationId xmlns:a16="http://schemas.microsoft.com/office/drawing/2014/main" id="{ECB2FCF4-EF93-4899-AF4D-A2894A00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930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108" name="crop-L-1-KP6">
            <a:extLst xmlns:a="http://schemas.openxmlformats.org/drawingml/2006/main">
              <a:ext uri="{FF2B5EF4-FFF2-40B4-BE49-F238E27FC236}">
                <a16:creationId xmlns:a16="http://schemas.microsoft.com/office/drawing/2014/main" id="{A99DEF18-AEE4-415D-B99F-275A2ECC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09" name="crop-R-1-KP6">
            <a:extLst xmlns:a="http://schemas.openxmlformats.org/drawingml/2006/main">
              <a:ext uri="{FF2B5EF4-FFF2-40B4-BE49-F238E27FC236}">
                <a16:creationId xmlns:a16="http://schemas.microsoft.com/office/drawing/2014/main" id="{556E6154-0A13-43D0-9E40-2DD5707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2899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0" name="crop-T-1-KP6">
            <a:extLst xmlns:a="http://schemas.openxmlformats.org/drawingml/2006/main">
              <a:ext uri="{FF2B5EF4-FFF2-40B4-BE49-F238E27FC236}">
                <a16:creationId xmlns:a16="http://schemas.microsoft.com/office/drawing/2014/main" id="{54B12F8D-85B8-4F9C-BE7C-421517C9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2923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1" name="crop-B-1-KP6">
            <a:extLst xmlns:a="http://schemas.openxmlformats.org/drawingml/2006/main">
              <a:ext uri="{FF2B5EF4-FFF2-40B4-BE49-F238E27FC236}">
                <a16:creationId xmlns:a16="http://schemas.microsoft.com/office/drawing/2014/main" id="{3B26DA51-A079-4BAA-8696-D3AA2BD4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296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2" name="set-label-3">
            <a:extLst xmlns:a="http://schemas.openxmlformats.org/drawingml/2006/main">
              <a:ext uri="{FF2B5EF4-FFF2-40B4-BE49-F238E27FC236}">
                <a16:creationId xmlns:a16="http://schemas.microsoft.com/office/drawing/2014/main" id="{59C24071-6D06-437B-852F-28A19379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2508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03</a:t>
            </a:r>
          </a:p>
        </p:txBody>
      </p:sp>
      <p:sp>
        <p:nvSpPr>
          <p:cNvPr id="113" name="set-3-KP0-black-border">
            <a:extLst xmlns:a="http://schemas.openxmlformats.org/drawingml/2006/main">
              <a:ext uri="{FF2B5EF4-FFF2-40B4-BE49-F238E27FC236}">
                <a16:creationId xmlns:a16="http://schemas.microsoft.com/office/drawing/2014/main" id="{F3DBA519-3FF7-4D4E-9348-DAB0AF2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14" name="set-3-KP0-color-band">
            <a:extLst xmlns:a="http://schemas.openxmlformats.org/drawingml/2006/main">
              <a:ext uri="{FF2B5EF4-FFF2-40B4-BE49-F238E27FC236}">
                <a16:creationId xmlns:a16="http://schemas.microsoft.com/office/drawing/2014/main" id="{D6777480-088A-48E7-9D43-B9318432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115" name="crop-L-2-KP0">
            <a:extLst xmlns:a="http://schemas.openxmlformats.org/drawingml/2006/main">
              <a:ext uri="{FF2B5EF4-FFF2-40B4-BE49-F238E27FC236}">
                <a16:creationId xmlns:a16="http://schemas.microsoft.com/office/drawing/2014/main" id="{DEBFD516-EE33-462B-8A91-CB90108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6" name="crop-R-2-KP0">
            <a:extLst xmlns:a="http://schemas.openxmlformats.org/drawingml/2006/main">
              <a:ext uri="{FF2B5EF4-FFF2-40B4-BE49-F238E27FC236}">
                <a16:creationId xmlns:a16="http://schemas.microsoft.com/office/drawing/2014/main" id="{2D544EAF-2F91-442F-A446-FB9E47F2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7" name="crop-T-2-KP0">
            <a:extLst xmlns:a="http://schemas.openxmlformats.org/drawingml/2006/main">
              <a:ext uri="{FF2B5EF4-FFF2-40B4-BE49-F238E27FC236}">
                <a16:creationId xmlns:a16="http://schemas.microsoft.com/office/drawing/2014/main" id="{988D8ED2-0A83-4316-8E7F-4B92F30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8" name="crop-B-2-KP0">
            <a:extLst xmlns:a="http://schemas.openxmlformats.org/drawingml/2006/main">
              <a:ext uri="{FF2B5EF4-FFF2-40B4-BE49-F238E27FC236}">
                <a16:creationId xmlns:a16="http://schemas.microsoft.com/office/drawing/2014/main" id="{5A041B10-B2BB-452F-BD90-FFF252E2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19" name="set-3-KP1-black-border">
            <a:extLst xmlns:a="http://schemas.openxmlformats.org/drawingml/2006/main">
              <a:ext uri="{FF2B5EF4-FFF2-40B4-BE49-F238E27FC236}">
                <a16:creationId xmlns:a16="http://schemas.microsoft.com/office/drawing/2014/main" id="{71457008-987F-4483-92CD-578F38B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20" name="set-3-KP1-color-band">
            <a:extLst xmlns:a="http://schemas.openxmlformats.org/drawingml/2006/main">
              <a:ext uri="{FF2B5EF4-FFF2-40B4-BE49-F238E27FC236}">
                <a16:creationId xmlns:a16="http://schemas.microsoft.com/office/drawing/2014/main" id="{A5B9B420-D8A3-4D3E-A3FF-6A0A8CB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121" name="crop-L-2-KP1">
            <a:extLst xmlns:a="http://schemas.openxmlformats.org/drawingml/2006/main">
              <a:ext uri="{FF2B5EF4-FFF2-40B4-BE49-F238E27FC236}">
                <a16:creationId xmlns:a16="http://schemas.microsoft.com/office/drawing/2014/main" id="{2D051CC9-9876-444F-BC21-8638445C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2" name="crop-R-2-KP1">
            <a:extLst xmlns:a="http://schemas.openxmlformats.org/drawingml/2006/main">
              <a:ext uri="{FF2B5EF4-FFF2-40B4-BE49-F238E27FC236}">
                <a16:creationId xmlns:a16="http://schemas.microsoft.com/office/drawing/2014/main" id="{B5456B50-0EA4-47F4-8586-723DCF2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3" name="crop-T-2-KP1">
            <a:extLst xmlns:a="http://schemas.openxmlformats.org/drawingml/2006/main">
              <a:ext uri="{FF2B5EF4-FFF2-40B4-BE49-F238E27FC236}">
                <a16:creationId xmlns:a16="http://schemas.microsoft.com/office/drawing/2014/main" id="{A088D693-9E2B-4BD7-AC43-F68327D1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4" name="crop-B-2-KP1">
            <a:extLst xmlns:a="http://schemas.openxmlformats.org/drawingml/2006/main">
              <a:ext uri="{FF2B5EF4-FFF2-40B4-BE49-F238E27FC236}">
                <a16:creationId xmlns:a16="http://schemas.microsoft.com/office/drawing/2014/main" id="{8F2C83A3-455C-494C-822E-0F3B6EF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5" name="set-3-KP2-black-border">
            <a:extLst xmlns:a="http://schemas.openxmlformats.org/drawingml/2006/main">
              <a:ext uri="{FF2B5EF4-FFF2-40B4-BE49-F238E27FC236}">
                <a16:creationId xmlns:a16="http://schemas.microsoft.com/office/drawing/2014/main" id="{CAC22A59-E7CB-4BD0-B443-582C2B2F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26" name="set-3-KP2-color-band">
            <a:extLst xmlns:a="http://schemas.openxmlformats.org/drawingml/2006/main">
              <a:ext uri="{FF2B5EF4-FFF2-40B4-BE49-F238E27FC236}">
                <a16:creationId xmlns:a16="http://schemas.microsoft.com/office/drawing/2014/main" id="{7C1E3E81-7984-4BE7-8B48-794B6A8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127" name="crop-L-2-KP2">
            <a:extLst xmlns:a="http://schemas.openxmlformats.org/drawingml/2006/main">
              <a:ext uri="{FF2B5EF4-FFF2-40B4-BE49-F238E27FC236}">
                <a16:creationId xmlns:a16="http://schemas.microsoft.com/office/drawing/2014/main" id="{569AF0B7-B332-4960-B866-4432F2C7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8" name="crop-R-2-KP2">
            <a:extLst xmlns:a="http://schemas.openxmlformats.org/drawingml/2006/main">
              <a:ext uri="{FF2B5EF4-FFF2-40B4-BE49-F238E27FC236}">
                <a16:creationId xmlns:a16="http://schemas.microsoft.com/office/drawing/2014/main" id="{25ED1CE8-DF1D-4DBE-92E1-D865CD5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29" name="crop-T-2-KP2">
            <a:extLst xmlns:a="http://schemas.openxmlformats.org/drawingml/2006/main">
              <a:ext uri="{FF2B5EF4-FFF2-40B4-BE49-F238E27FC236}">
                <a16:creationId xmlns:a16="http://schemas.microsoft.com/office/drawing/2014/main" id="{9B986F80-436D-41E9-AD75-180B1F0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0" name="crop-B-2-KP2">
            <a:extLst xmlns:a="http://schemas.openxmlformats.org/drawingml/2006/main">
              <a:ext uri="{FF2B5EF4-FFF2-40B4-BE49-F238E27FC236}">
                <a16:creationId xmlns:a16="http://schemas.microsoft.com/office/drawing/2014/main" id="{2D4054E2-4AC5-4D68-A658-BC50F94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1" name="set-3-KP3-black-border">
            <a:extLst xmlns:a="http://schemas.openxmlformats.org/drawingml/2006/main">
              <a:ext uri="{FF2B5EF4-FFF2-40B4-BE49-F238E27FC236}">
                <a16:creationId xmlns:a16="http://schemas.microsoft.com/office/drawing/2014/main" id="{FDC1B519-B3E5-4299-B39E-5DF8084F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32" name="set-3-KP3-color-band">
            <a:extLst xmlns:a="http://schemas.openxmlformats.org/drawingml/2006/main">
              <a:ext uri="{FF2B5EF4-FFF2-40B4-BE49-F238E27FC236}">
                <a16:creationId xmlns:a16="http://schemas.microsoft.com/office/drawing/2014/main" id="{B0CD5A02-0191-464E-90D7-85659862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133" name="crop-L-2-KP3">
            <a:extLst xmlns:a="http://schemas.openxmlformats.org/drawingml/2006/main">
              <a:ext uri="{FF2B5EF4-FFF2-40B4-BE49-F238E27FC236}">
                <a16:creationId xmlns:a16="http://schemas.microsoft.com/office/drawing/2014/main" id="{96841B74-8F09-47B2-A45D-ADC883D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4" name="crop-R-2-KP3">
            <a:extLst xmlns:a="http://schemas.openxmlformats.org/drawingml/2006/main">
              <a:ext uri="{FF2B5EF4-FFF2-40B4-BE49-F238E27FC236}">
                <a16:creationId xmlns:a16="http://schemas.microsoft.com/office/drawing/2014/main" id="{6A75C936-2F1D-4338-BB5C-41F732E2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5" name="crop-T-2-KP3">
            <a:extLst xmlns:a="http://schemas.openxmlformats.org/drawingml/2006/main">
              <a:ext uri="{FF2B5EF4-FFF2-40B4-BE49-F238E27FC236}">
                <a16:creationId xmlns:a16="http://schemas.microsoft.com/office/drawing/2014/main" id="{198367B3-7BE2-4C49-988C-FA1AB71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6" name="crop-B-2-KP3">
            <a:extLst xmlns:a="http://schemas.openxmlformats.org/drawingml/2006/main">
              <a:ext uri="{FF2B5EF4-FFF2-40B4-BE49-F238E27FC236}">
                <a16:creationId xmlns:a16="http://schemas.microsoft.com/office/drawing/2014/main" id="{B4907BF7-12FA-4860-B582-E28FE0D5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37" name="set-3-KP4-black-border">
            <a:extLst xmlns:a="http://schemas.openxmlformats.org/drawingml/2006/main">
              <a:ext uri="{FF2B5EF4-FFF2-40B4-BE49-F238E27FC236}">
                <a16:creationId xmlns:a16="http://schemas.microsoft.com/office/drawing/2014/main" id="{4E47A1E7-FC93-404E-9E3B-8C4AA1D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38" name="set-3-KP4-color-band">
            <a:extLst xmlns:a="http://schemas.openxmlformats.org/drawingml/2006/main">
              <a:ext uri="{FF2B5EF4-FFF2-40B4-BE49-F238E27FC236}">
                <a16:creationId xmlns:a16="http://schemas.microsoft.com/office/drawing/2014/main" id="{EE099CD0-12DB-42B1-9FBD-4E93BE5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139" name="crop-L-2-KP4">
            <a:extLst xmlns:a="http://schemas.openxmlformats.org/drawingml/2006/main">
              <a:ext uri="{FF2B5EF4-FFF2-40B4-BE49-F238E27FC236}">
                <a16:creationId xmlns:a16="http://schemas.microsoft.com/office/drawing/2014/main" id="{F6A5D2DC-3332-4313-927F-A392A9B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0" name="crop-R-2-KP4">
            <a:extLst xmlns:a="http://schemas.openxmlformats.org/drawingml/2006/main">
              <a:ext uri="{FF2B5EF4-FFF2-40B4-BE49-F238E27FC236}">
                <a16:creationId xmlns:a16="http://schemas.microsoft.com/office/drawing/2014/main" id="{58C0874B-27DB-4B07-A85C-A58A9993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1" name="crop-T-2-KP4">
            <a:extLst xmlns:a="http://schemas.openxmlformats.org/drawingml/2006/main">
              <a:ext uri="{FF2B5EF4-FFF2-40B4-BE49-F238E27FC236}">
                <a16:creationId xmlns:a16="http://schemas.microsoft.com/office/drawing/2014/main" id="{F8C95C28-E2D2-4DEF-8FEA-7FE3117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2" name="crop-B-2-KP4">
            <a:extLst xmlns:a="http://schemas.openxmlformats.org/drawingml/2006/main">
              <a:ext uri="{FF2B5EF4-FFF2-40B4-BE49-F238E27FC236}">
                <a16:creationId xmlns:a16="http://schemas.microsoft.com/office/drawing/2014/main" id="{AAA67A2F-5B71-4548-BF17-BAAC41D6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3" name="set-3-KP5-black-border">
            <a:extLst xmlns:a="http://schemas.openxmlformats.org/drawingml/2006/main">
              <a:ext uri="{FF2B5EF4-FFF2-40B4-BE49-F238E27FC236}">
                <a16:creationId xmlns:a16="http://schemas.microsoft.com/office/drawing/2014/main" id="{F2E60C12-EF1C-4EB5-BFD0-B50C9E3C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44" name="set-3-KP5-color-band">
            <a:extLst xmlns:a="http://schemas.openxmlformats.org/drawingml/2006/main">
              <a:ext uri="{FF2B5EF4-FFF2-40B4-BE49-F238E27FC236}">
                <a16:creationId xmlns:a16="http://schemas.microsoft.com/office/drawing/2014/main" id="{D62B927C-5B0C-4826-9CD3-63CE2EF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145" name="crop-L-2-KP5">
            <a:extLst xmlns:a="http://schemas.openxmlformats.org/drawingml/2006/main">
              <a:ext uri="{FF2B5EF4-FFF2-40B4-BE49-F238E27FC236}">
                <a16:creationId xmlns:a16="http://schemas.microsoft.com/office/drawing/2014/main" id="{447D60B4-0616-4E5B-85CD-EAFB7B7F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6" name="crop-R-2-KP5">
            <a:extLst xmlns:a="http://schemas.openxmlformats.org/drawingml/2006/main">
              <a:ext uri="{FF2B5EF4-FFF2-40B4-BE49-F238E27FC236}">
                <a16:creationId xmlns:a16="http://schemas.microsoft.com/office/drawing/2014/main" id="{36C07106-6B8B-4B7E-AC0C-EFA3734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7" name="crop-T-2-KP5">
            <a:extLst xmlns:a="http://schemas.openxmlformats.org/drawingml/2006/main">
              <a:ext uri="{FF2B5EF4-FFF2-40B4-BE49-F238E27FC236}">
                <a16:creationId xmlns:a16="http://schemas.microsoft.com/office/drawing/2014/main" id="{43F114BD-4182-4A58-B59D-D5A4DA4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8" name="crop-B-2-KP5">
            <a:extLst xmlns:a="http://schemas.openxmlformats.org/drawingml/2006/main">
              <a:ext uri="{FF2B5EF4-FFF2-40B4-BE49-F238E27FC236}">
                <a16:creationId xmlns:a16="http://schemas.microsoft.com/office/drawing/2014/main" id="{8ACE076F-D0DA-40EA-A167-02F539DD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49" name="set-3-KP6-black-border">
            <a:extLst xmlns:a="http://schemas.openxmlformats.org/drawingml/2006/main">
              <a:ext uri="{FF2B5EF4-FFF2-40B4-BE49-F238E27FC236}">
                <a16:creationId xmlns:a16="http://schemas.microsoft.com/office/drawing/2014/main" id="{3C2C3FA9-E258-44F9-AB6D-DA08A50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326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50" name="set-3-KP6-color-band">
            <a:extLst xmlns:a="http://schemas.openxmlformats.org/drawingml/2006/main">
              <a:ext uri="{FF2B5EF4-FFF2-40B4-BE49-F238E27FC236}">
                <a16:creationId xmlns:a16="http://schemas.microsoft.com/office/drawing/2014/main" id="{47132B3B-54CB-4AB3-8DD7-4C7B84A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333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151" name="crop-L-2-KP6">
            <a:extLst xmlns:a="http://schemas.openxmlformats.org/drawingml/2006/main">
              <a:ext uri="{FF2B5EF4-FFF2-40B4-BE49-F238E27FC236}">
                <a16:creationId xmlns:a16="http://schemas.microsoft.com/office/drawing/2014/main" id="{73C8FCDE-31F9-4C47-82C2-550E53A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52" name="crop-R-2-KP6">
            <a:extLst xmlns:a="http://schemas.openxmlformats.org/drawingml/2006/main">
              <a:ext uri="{FF2B5EF4-FFF2-40B4-BE49-F238E27FC236}">
                <a16:creationId xmlns:a16="http://schemas.microsoft.com/office/drawing/2014/main" id="{7118E1BB-8789-4085-88F6-C590AE3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3303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53" name="crop-T-2-KP6">
            <a:extLst xmlns:a="http://schemas.openxmlformats.org/drawingml/2006/main">
              <a:ext uri="{FF2B5EF4-FFF2-40B4-BE49-F238E27FC236}">
                <a16:creationId xmlns:a16="http://schemas.microsoft.com/office/drawing/2014/main" id="{AFD2585A-19DC-448C-AA19-21577665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3326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54" name="crop-B-2-KP6">
            <a:extLst xmlns:a="http://schemas.openxmlformats.org/drawingml/2006/main">
              <a:ext uri="{FF2B5EF4-FFF2-40B4-BE49-F238E27FC236}">
                <a16:creationId xmlns:a16="http://schemas.microsoft.com/office/drawing/2014/main" id="{DD87C61E-40CC-4D97-A388-D853FF19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336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55" name="set-label-4">
            <a:extLst xmlns:a="http://schemas.openxmlformats.org/drawingml/2006/main">
              <a:ext uri="{FF2B5EF4-FFF2-40B4-BE49-F238E27FC236}">
                <a16:creationId xmlns:a16="http://schemas.microsoft.com/office/drawing/2014/main" id="{ADD7E07F-E813-4FCA-9D0A-FDC9056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6540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04</a:t>
            </a:r>
          </a:p>
        </p:txBody>
      </p:sp>
      <p:sp>
        <p:nvSpPr>
          <p:cNvPr id="156" name="set-4-KP0-black-border">
            <a:extLst xmlns:a="http://schemas.openxmlformats.org/drawingml/2006/main">
              <a:ext uri="{FF2B5EF4-FFF2-40B4-BE49-F238E27FC236}">
                <a16:creationId xmlns:a16="http://schemas.microsoft.com/office/drawing/2014/main" id="{F3936FA8-CE9E-4176-94BC-457C4692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57" name="set-4-KP0-color-band">
            <a:extLst xmlns:a="http://schemas.openxmlformats.org/drawingml/2006/main">
              <a:ext uri="{FF2B5EF4-FFF2-40B4-BE49-F238E27FC236}">
                <a16:creationId xmlns:a16="http://schemas.microsoft.com/office/drawing/2014/main" id="{69D5214E-B8F3-4449-8835-9C271A1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158" name="crop-L-3-KP0">
            <a:extLst xmlns:a="http://schemas.openxmlformats.org/drawingml/2006/main">
              <a:ext uri="{FF2B5EF4-FFF2-40B4-BE49-F238E27FC236}">
                <a16:creationId xmlns:a16="http://schemas.microsoft.com/office/drawing/2014/main" id="{F95EB04A-CA4C-4FD8-BBB9-C96F1205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59" name="crop-R-3-KP0">
            <a:extLst xmlns:a="http://schemas.openxmlformats.org/drawingml/2006/main">
              <a:ext uri="{FF2B5EF4-FFF2-40B4-BE49-F238E27FC236}">
                <a16:creationId xmlns:a16="http://schemas.microsoft.com/office/drawing/2014/main" id="{A73DFCDD-5E34-4835-9D94-C3268837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0" name="crop-T-3-KP0">
            <a:extLst xmlns:a="http://schemas.openxmlformats.org/drawingml/2006/main">
              <a:ext uri="{FF2B5EF4-FFF2-40B4-BE49-F238E27FC236}">
                <a16:creationId xmlns:a16="http://schemas.microsoft.com/office/drawing/2014/main" id="{A214B820-E800-48E8-80DF-402D558C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1" name="crop-B-3-KP0">
            <a:extLst xmlns:a="http://schemas.openxmlformats.org/drawingml/2006/main">
              <a:ext uri="{FF2B5EF4-FFF2-40B4-BE49-F238E27FC236}">
                <a16:creationId xmlns:a16="http://schemas.microsoft.com/office/drawing/2014/main" id="{25F300A6-1BA5-4005-A2B2-7240D453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2" name="set-4-KP1-black-border">
            <a:extLst xmlns:a="http://schemas.openxmlformats.org/drawingml/2006/main">
              <a:ext uri="{FF2B5EF4-FFF2-40B4-BE49-F238E27FC236}">
                <a16:creationId xmlns:a16="http://schemas.microsoft.com/office/drawing/2014/main" id="{68126CCA-25C0-4270-AFC4-0F05DD70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63" name="set-4-KP1-color-band">
            <a:extLst xmlns:a="http://schemas.openxmlformats.org/drawingml/2006/main">
              <a:ext uri="{FF2B5EF4-FFF2-40B4-BE49-F238E27FC236}">
                <a16:creationId xmlns:a16="http://schemas.microsoft.com/office/drawing/2014/main" id="{48307B71-C6D8-4925-B4D7-765E393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164" name="crop-L-3-KP1">
            <a:extLst xmlns:a="http://schemas.openxmlformats.org/drawingml/2006/main">
              <a:ext uri="{FF2B5EF4-FFF2-40B4-BE49-F238E27FC236}">
                <a16:creationId xmlns:a16="http://schemas.microsoft.com/office/drawing/2014/main" id="{5962DA09-5549-40D4-BE9E-16409EF5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5" name="crop-R-3-KP1">
            <a:extLst xmlns:a="http://schemas.openxmlformats.org/drawingml/2006/main">
              <a:ext uri="{FF2B5EF4-FFF2-40B4-BE49-F238E27FC236}">
                <a16:creationId xmlns:a16="http://schemas.microsoft.com/office/drawing/2014/main" id="{CBD83CCD-AF82-4ADC-AF55-8E8EB4E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6" name="crop-T-3-KP1">
            <a:extLst xmlns:a="http://schemas.openxmlformats.org/drawingml/2006/main">
              <a:ext uri="{FF2B5EF4-FFF2-40B4-BE49-F238E27FC236}">
                <a16:creationId xmlns:a16="http://schemas.microsoft.com/office/drawing/2014/main" id="{5BD8B1E9-7664-4AF7-8A2E-4540F3F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7" name="crop-B-3-KP1">
            <a:extLst xmlns:a="http://schemas.openxmlformats.org/drawingml/2006/main">
              <a:ext uri="{FF2B5EF4-FFF2-40B4-BE49-F238E27FC236}">
                <a16:creationId xmlns:a16="http://schemas.microsoft.com/office/drawing/2014/main" id="{DDC1C2F6-3751-4ACE-BADD-57257CA2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68" name="set-4-KP2-black-border">
            <a:extLst xmlns:a="http://schemas.openxmlformats.org/drawingml/2006/main">
              <a:ext uri="{FF2B5EF4-FFF2-40B4-BE49-F238E27FC236}">
                <a16:creationId xmlns:a16="http://schemas.microsoft.com/office/drawing/2014/main" id="{6E19B227-A138-4F2F-B984-B13F1A03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69" name="set-4-KP2-color-band">
            <a:extLst xmlns:a="http://schemas.openxmlformats.org/drawingml/2006/main">
              <a:ext uri="{FF2B5EF4-FFF2-40B4-BE49-F238E27FC236}">
                <a16:creationId xmlns:a16="http://schemas.microsoft.com/office/drawing/2014/main" id="{7751D0FF-DB74-4889-8192-2388249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170" name="crop-L-3-KP2">
            <a:extLst xmlns:a="http://schemas.openxmlformats.org/drawingml/2006/main">
              <a:ext uri="{FF2B5EF4-FFF2-40B4-BE49-F238E27FC236}">
                <a16:creationId xmlns:a16="http://schemas.microsoft.com/office/drawing/2014/main" id="{3CC565A5-2FB6-41DE-8ED0-A80B163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1" name="crop-R-3-KP2">
            <a:extLst xmlns:a="http://schemas.openxmlformats.org/drawingml/2006/main">
              <a:ext uri="{FF2B5EF4-FFF2-40B4-BE49-F238E27FC236}">
                <a16:creationId xmlns:a16="http://schemas.microsoft.com/office/drawing/2014/main" id="{815A340D-99AE-42DC-8637-1B1A632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2" name="crop-T-3-KP2">
            <a:extLst xmlns:a="http://schemas.openxmlformats.org/drawingml/2006/main">
              <a:ext uri="{FF2B5EF4-FFF2-40B4-BE49-F238E27FC236}">
                <a16:creationId xmlns:a16="http://schemas.microsoft.com/office/drawing/2014/main" id="{9067B585-CB49-4B8D-8709-C0EA2B1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3" name="crop-B-3-KP2">
            <a:extLst xmlns:a="http://schemas.openxmlformats.org/drawingml/2006/main">
              <a:ext uri="{FF2B5EF4-FFF2-40B4-BE49-F238E27FC236}">
                <a16:creationId xmlns:a16="http://schemas.microsoft.com/office/drawing/2014/main" id="{A8748B4B-06A8-4C9B-AC02-303A328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4" name="set-4-KP3-black-border">
            <a:extLst xmlns:a="http://schemas.openxmlformats.org/drawingml/2006/main">
              <a:ext uri="{FF2B5EF4-FFF2-40B4-BE49-F238E27FC236}">
                <a16:creationId xmlns:a16="http://schemas.microsoft.com/office/drawing/2014/main" id="{2C5A1F23-B5D6-4C34-A3DD-6FF6B30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75" name="set-4-KP3-color-band">
            <a:extLst xmlns:a="http://schemas.openxmlformats.org/drawingml/2006/main">
              <a:ext uri="{FF2B5EF4-FFF2-40B4-BE49-F238E27FC236}">
                <a16:creationId xmlns:a16="http://schemas.microsoft.com/office/drawing/2014/main" id="{70C9067F-DE52-4CC5-8ECC-891A48E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176" name="crop-L-3-KP3">
            <a:extLst xmlns:a="http://schemas.openxmlformats.org/drawingml/2006/main">
              <a:ext uri="{FF2B5EF4-FFF2-40B4-BE49-F238E27FC236}">
                <a16:creationId xmlns:a16="http://schemas.microsoft.com/office/drawing/2014/main" id="{81B8B87E-1502-4ADD-9A2D-4FADB6D3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7" name="crop-R-3-KP3">
            <a:extLst xmlns:a="http://schemas.openxmlformats.org/drawingml/2006/main">
              <a:ext uri="{FF2B5EF4-FFF2-40B4-BE49-F238E27FC236}">
                <a16:creationId xmlns:a16="http://schemas.microsoft.com/office/drawing/2014/main" id="{91271C02-0033-4987-A651-27780D5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8" name="crop-T-3-KP3">
            <a:extLst xmlns:a="http://schemas.openxmlformats.org/drawingml/2006/main">
              <a:ext uri="{FF2B5EF4-FFF2-40B4-BE49-F238E27FC236}">
                <a16:creationId xmlns:a16="http://schemas.microsoft.com/office/drawing/2014/main" id="{864F2AA4-CCB7-4199-8709-FE78870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79" name="crop-B-3-KP3">
            <a:extLst xmlns:a="http://schemas.openxmlformats.org/drawingml/2006/main">
              <a:ext uri="{FF2B5EF4-FFF2-40B4-BE49-F238E27FC236}">
                <a16:creationId xmlns:a16="http://schemas.microsoft.com/office/drawing/2014/main" id="{B69CDEE4-EF0F-4013-9261-5568CF2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0" name="set-4-KP4-black-border">
            <a:extLst xmlns:a="http://schemas.openxmlformats.org/drawingml/2006/main">
              <a:ext uri="{FF2B5EF4-FFF2-40B4-BE49-F238E27FC236}">
                <a16:creationId xmlns:a16="http://schemas.microsoft.com/office/drawing/2014/main" id="{D38BAF3C-903E-4ADB-9B87-3AC1EEC9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81" name="set-4-KP4-color-band">
            <a:extLst xmlns:a="http://schemas.openxmlformats.org/drawingml/2006/main">
              <a:ext uri="{FF2B5EF4-FFF2-40B4-BE49-F238E27FC236}">
                <a16:creationId xmlns:a16="http://schemas.microsoft.com/office/drawing/2014/main" id="{450A8832-24B5-409E-A10F-16B7A43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182" name="crop-L-3-KP4">
            <a:extLst xmlns:a="http://schemas.openxmlformats.org/drawingml/2006/main">
              <a:ext uri="{FF2B5EF4-FFF2-40B4-BE49-F238E27FC236}">
                <a16:creationId xmlns:a16="http://schemas.microsoft.com/office/drawing/2014/main" id="{774DDA60-BD26-4168-8743-C0174F55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3" name="crop-R-3-KP4">
            <a:extLst xmlns:a="http://schemas.openxmlformats.org/drawingml/2006/main">
              <a:ext uri="{FF2B5EF4-FFF2-40B4-BE49-F238E27FC236}">
                <a16:creationId xmlns:a16="http://schemas.microsoft.com/office/drawing/2014/main" id="{E6AB55A6-0A6D-4FFE-92A3-3D09901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4" name="crop-T-3-KP4">
            <a:extLst xmlns:a="http://schemas.openxmlformats.org/drawingml/2006/main">
              <a:ext uri="{FF2B5EF4-FFF2-40B4-BE49-F238E27FC236}">
                <a16:creationId xmlns:a16="http://schemas.microsoft.com/office/drawing/2014/main" id="{9BE1B273-88D1-4CCE-86E7-E9126C0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5" name="crop-B-3-KP4">
            <a:extLst xmlns:a="http://schemas.openxmlformats.org/drawingml/2006/main">
              <a:ext uri="{FF2B5EF4-FFF2-40B4-BE49-F238E27FC236}">
                <a16:creationId xmlns:a16="http://schemas.microsoft.com/office/drawing/2014/main" id="{0BE74BFA-8A24-4875-BD89-44C25AE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6" name="set-4-KP5-black-border">
            <a:extLst xmlns:a="http://schemas.openxmlformats.org/drawingml/2006/main">
              <a:ext uri="{FF2B5EF4-FFF2-40B4-BE49-F238E27FC236}">
                <a16:creationId xmlns:a16="http://schemas.microsoft.com/office/drawing/2014/main" id="{E42EC657-A5EB-4867-9AE9-8052D077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87" name="set-4-KP5-color-band">
            <a:extLst xmlns:a="http://schemas.openxmlformats.org/drawingml/2006/main">
              <a:ext uri="{FF2B5EF4-FFF2-40B4-BE49-F238E27FC236}">
                <a16:creationId xmlns:a16="http://schemas.microsoft.com/office/drawing/2014/main" id="{8724A274-EB14-4B32-BD27-859247A0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188" name="crop-L-3-KP5">
            <a:extLst xmlns:a="http://schemas.openxmlformats.org/drawingml/2006/main">
              <a:ext uri="{FF2B5EF4-FFF2-40B4-BE49-F238E27FC236}">
                <a16:creationId xmlns:a16="http://schemas.microsoft.com/office/drawing/2014/main" id="{F5DBEEE2-8D87-4176-9265-C3F4F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89" name="crop-R-3-KP5">
            <a:extLst xmlns:a="http://schemas.openxmlformats.org/drawingml/2006/main">
              <a:ext uri="{FF2B5EF4-FFF2-40B4-BE49-F238E27FC236}">
                <a16:creationId xmlns:a16="http://schemas.microsoft.com/office/drawing/2014/main" id="{8E2C6C01-9D9D-4477-B3B4-41C98335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0" name="crop-T-3-KP5">
            <a:extLst xmlns:a="http://schemas.openxmlformats.org/drawingml/2006/main">
              <a:ext uri="{FF2B5EF4-FFF2-40B4-BE49-F238E27FC236}">
                <a16:creationId xmlns:a16="http://schemas.microsoft.com/office/drawing/2014/main" id="{C592BD2F-1869-41DB-B51F-E30D5F4E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1" name="crop-B-3-KP5">
            <a:extLst xmlns:a="http://schemas.openxmlformats.org/drawingml/2006/main">
              <a:ext uri="{FF2B5EF4-FFF2-40B4-BE49-F238E27FC236}">
                <a16:creationId xmlns:a16="http://schemas.microsoft.com/office/drawing/2014/main" id="{08074DEC-2C68-48F4-8FBC-496D7582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2" name="set-4-KP6-black-border">
            <a:extLst xmlns:a="http://schemas.openxmlformats.org/drawingml/2006/main">
              <a:ext uri="{FF2B5EF4-FFF2-40B4-BE49-F238E27FC236}">
                <a16:creationId xmlns:a16="http://schemas.microsoft.com/office/drawing/2014/main" id="{27BDE5CF-404D-4E8A-BF9C-DAAB2E41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729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193" name="set-4-KP6-color-band">
            <a:extLst xmlns:a="http://schemas.openxmlformats.org/drawingml/2006/main">
              <a:ext uri="{FF2B5EF4-FFF2-40B4-BE49-F238E27FC236}">
                <a16:creationId xmlns:a16="http://schemas.microsoft.com/office/drawing/2014/main" id="{5E5EEAC3-E0B2-4951-ACAB-6B846E1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736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194" name="crop-L-3-KP6">
            <a:extLst xmlns:a="http://schemas.openxmlformats.org/drawingml/2006/main">
              <a:ext uri="{FF2B5EF4-FFF2-40B4-BE49-F238E27FC236}">
                <a16:creationId xmlns:a16="http://schemas.microsoft.com/office/drawing/2014/main" id="{73C6B7C8-C5E2-4264-A5FF-8CBA37D8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5" name="crop-R-3-KP6">
            <a:extLst xmlns:a="http://schemas.openxmlformats.org/drawingml/2006/main">
              <a:ext uri="{FF2B5EF4-FFF2-40B4-BE49-F238E27FC236}">
                <a16:creationId xmlns:a16="http://schemas.microsoft.com/office/drawing/2014/main" id="{2D93229B-FB88-4E28-AB02-2AE29A8F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3706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6" name="crop-T-3-KP6">
            <a:extLst xmlns:a="http://schemas.openxmlformats.org/drawingml/2006/main">
              <a:ext uri="{FF2B5EF4-FFF2-40B4-BE49-F238E27FC236}">
                <a16:creationId xmlns:a16="http://schemas.microsoft.com/office/drawing/2014/main" id="{D4B60DC0-7DE2-415D-81A7-E6A6D0A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3729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7" name="crop-B-3-KP6">
            <a:extLst xmlns:a="http://schemas.openxmlformats.org/drawingml/2006/main">
              <a:ext uri="{FF2B5EF4-FFF2-40B4-BE49-F238E27FC236}">
                <a16:creationId xmlns:a16="http://schemas.microsoft.com/office/drawing/2014/main" id="{C552BE1B-D34A-4ACD-AB0A-D05168F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377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198" name="set-label-5">
            <a:extLst xmlns:a="http://schemas.openxmlformats.org/drawingml/2006/main">
              <a:ext uri="{FF2B5EF4-FFF2-40B4-BE49-F238E27FC236}">
                <a16:creationId xmlns:a16="http://schemas.microsoft.com/office/drawing/2014/main" id="{EA1C4016-07F6-4FA9-BA49-790890F8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40572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05</a:t>
            </a:r>
          </a:p>
        </p:txBody>
      </p:sp>
      <p:sp>
        <p:nvSpPr>
          <p:cNvPr id="199" name="set-5-KP0-black-border">
            <a:extLst xmlns:a="http://schemas.openxmlformats.org/drawingml/2006/main">
              <a:ext uri="{FF2B5EF4-FFF2-40B4-BE49-F238E27FC236}">
                <a16:creationId xmlns:a16="http://schemas.microsoft.com/office/drawing/2014/main" id="{CD9EE373-A02B-4BBD-A92F-4339C62F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00" name="set-5-KP0-color-band">
            <a:extLst xmlns:a="http://schemas.openxmlformats.org/drawingml/2006/main">
              <a:ext uri="{FF2B5EF4-FFF2-40B4-BE49-F238E27FC236}">
                <a16:creationId xmlns:a16="http://schemas.microsoft.com/office/drawing/2014/main" id="{C2616652-BE9C-4A3D-B858-0C985320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201" name="crop-L-4-KP0">
            <a:extLst xmlns:a="http://schemas.openxmlformats.org/drawingml/2006/main">
              <a:ext uri="{FF2B5EF4-FFF2-40B4-BE49-F238E27FC236}">
                <a16:creationId xmlns:a16="http://schemas.microsoft.com/office/drawing/2014/main" id="{061F0EA8-265F-4D7D-8D85-FE08718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2" name="crop-R-4-KP0">
            <a:extLst xmlns:a="http://schemas.openxmlformats.org/drawingml/2006/main">
              <a:ext uri="{FF2B5EF4-FFF2-40B4-BE49-F238E27FC236}">
                <a16:creationId xmlns:a16="http://schemas.microsoft.com/office/drawing/2014/main" id="{FD0CE9F0-510B-4307-808D-2A4188F6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3" name="crop-T-4-KP0">
            <a:extLst xmlns:a="http://schemas.openxmlformats.org/drawingml/2006/main">
              <a:ext uri="{FF2B5EF4-FFF2-40B4-BE49-F238E27FC236}">
                <a16:creationId xmlns:a16="http://schemas.microsoft.com/office/drawing/2014/main" id="{265587CE-C4B4-415D-94D2-BDDFC544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4" name="crop-B-4-KP0">
            <a:extLst xmlns:a="http://schemas.openxmlformats.org/drawingml/2006/main">
              <a:ext uri="{FF2B5EF4-FFF2-40B4-BE49-F238E27FC236}">
                <a16:creationId xmlns:a16="http://schemas.microsoft.com/office/drawing/2014/main" id="{075D3DE0-22C2-415A-ACD2-BB25FA5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5" name="set-5-KP1-black-border">
            <a:extLst xmlns:a="http://schemas.openxmlformats.org/drawingml/2006/main">
              <a:ext uri="{FF2B5EF4-FFF2-40B4-BE49-F238E27FC236}">
                <a16:creationId xmlns:a16="http://schemas.microsoft.com/office/drawing/2014/main" id="{DA29183F-1D64-477E-8B56-72528748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06" name="set-5-KP1-color-band">
            <a:extLst xmlns:a="http://schemas.openxmlformats.org/drawingml/2006/main">
              <a:ext uri="{FF2B5EF4-FFF2-40B4-BE49-F238E27FC236}">
                <a16:creationId xmlns:a16="http://schemas.microsoft.com/office/drawing/2014/main" id="{F0BC2AA9-F141-4059-9283-1A2CB49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207" name="crop-L-4-KP1">
            <a:extLst xmlns:a="http://schemas.openxmlformats.org/drawingml/2006/main">
              <a:ext uri="{FF2B5EF4-FFF2-40B4-BE49-F238E27FC236}">
                <a16:creationId xmlns:a16="http://schemas.microsoft.com/office/drawing/2014/main" id="{3B574F94-BC87-44FB-986A-C6BC9A9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8" name="crop-R-4-KP1">
            <a:extLst xmlns:a="http://schemas.openxmlformats.org/drawingml/2006/main">
              <a:ext uri="{FF2B5EF4-FFF2-40B4-BE49-F238E27FC236}">
                <a16:creationId xmlns:a16="http://schemas.microsoft.com/office/drawing/2014/main" id="{50D1ECBE-2332-4DAD-BDF2-37A9E5C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09" name="crop-T-4-KP1">
            <a:extLst xmlns:a="http://schemas.openxmlformats.org/drawingml/2006/main">
              <a:ext uri="{FF2B5EF4-FFF2-40B4-BE49-F238E27FC236}">
                <a16:creationId xmlns:a16="http://schemas.microsoft.com/office/drawing/2014/main" id="{0772862A-8528-4061-8C37-BAB5032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0" name="crop-B-4-KP1">
            <a:extLst xmlns:a="http://schemas.openxmlformats.org/drawingml/2006/main">
              <a:ext uri="{FF2B5EF4-FFF2-40B4-BE49-F238E27FC236}">
                <a16:creationId xmlns:a16="http://schemas.microsoft.com/office/drawing/2014/main" id="{99F1E3DC-617F-430D-A8C4-B01D56C4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1" name="set-5-KP2-black-border">
            <a:extLst xmlns:a="http://schemas.openxmlformats.org/drawingml/2006/main">
              <a:ext uri="{FF2B5EF4-FFF2-40B4-BE49-F238E27FC236}">
                <a16:creationId xmlns:a16="http://schemas.microsoft.com/office/drawing/2014/main" id="{07CA19AF-70E0-44EC-9984-5930EC8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12" name="set-5-KP2-color-band">
            <a:extLst xmlns:a="http://schemas.openxmlformats.org/drawingml/2006/main">
              <a:ext uri="{FF2B5EF4-FFF2-40B4-BE49-F238E27FC236}">
                <a16:creationId xmlns:a16="http://schemas.microsoft.com/office/drawing/2014/main" id="{4EA0B047-5E84-4731-BB49-9BAF0D5E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213" name="crop-L-4-KP2">
            <a:extLst xmlns:a="http://schemas.openxmlformats.org/drawingml/2006/main">
              <a:ext uri="{FF2B5EF4-FFF2-40B4-BE49-F238E27FC236}">
                <a16:creationId xmlns:a16="http://schemas.microsoft.com/office/drawing/2014/main" id="{BBC87817-B7B1-4898-8B1B-97A4F1C5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4" name="crop-R-4-KP2">
            <a:extLst xmlns:a="http://schemas.openxmlformats.org/drawingml/2006/main">
              <a:ext uri="{FF2B5EF4-FFF2-40B4-BE49-F238E27FC236}">
                <a16:creationId xmlns:a16="http://schemas.microsoft.com/office/drawing/2014/main" id="{1ECAECF0-6FC7-4CCF-AFCD-4471CDC5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5" name="crop-T-4-KP2">
            <a:extLst xmlns:a="http://schemas.openxmlformats.org/drawingml/2006/main">
              <a:ext uri="{FF2B5EF4-FFF2-40B4-BE49-F238E27FC236}">
                <a16:creationId xmlns:a16="http://schemas.microsoft.com/office/drawing/2014/main" id="{DEBE1A1B-5EFC-441F-8B2C-7192D68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6" name="crop-B-4-KP2">
            <a:extLst xmlns:a="http://schemas.openxmlformats.org/drawingml/2006/main">
              <a:ext uri="{FF2B5EF4-FFF2-40B4-BE49-F238E27FC236}">
                <a16:creationId xmlns:a16="http://schemas.microsoft.com/office/drawing/2014/main" id="{AD8F91FE-6F46-4E07-9095-5E0C5855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17" name="set-5-KP3-black-border">
            <a:extLst xmlns:a="http://schemas.openxmlformats.org/drawingml/2006/main">
              <a:ext uri="{FF2B5EF4-FFF2-40B4-BE49-F238E27FC236}">
                <a16:creationId xmlns:a16="http://schemas.microsoft.com/office/drawing/2014/main" id="{D671153D-33F0-4DF6-99D6-7EBB5B4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18" name="set-5-KP3-color-band">
            <a:extLst xmlns:a="http://schemas.openxmlformats.org/drawingml/2006/main">
              <a:ext uri="{FF2B5EF4-FFF2-40B4-BE49-F238E27FC236}">
                <a16:creationId xmlns:a16="http://schemas.microsoft.com/office/drawing/2014/main" id="{5D32D7EC-8C9C-47CC-ACD9-7F0002A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219" name="crop-L-4-KP3">
            <a:extLst xmlns:a="http://schemas.openxmlformats.org/drawingml/2006/main">
              <a:ext uri="{FF2B5EF4-FFF2-40B4-BE49-F238E27FC236}">
                <a16:creationId xmlns:a16="http://schemas.microsoft.com/office/drawing/2014/main" id="{9CE378B8-8FBB-4F7A-90B1-3FF8E8A5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0" name="crop-R-4-KP3">
            <a:extLst xmlns:a="http://schemas.openxmlformats.org/drawingml/2006/main">
              <a:ext uri="{FF2B5EF4-FFF2-40B4-BE49-F238E27FC236}">
                <a16:creationId xmlns:a16="http://schemas.microsoft.com/office/drawing/2014/main" id="{964D1B1B-BDB7-420F-BE42-06CED936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1" name="crop-T-4-KP3">
            <a:extLst xmlns:a="http://schemas.openxmlformats.org/drawingml/2006/main">
              <a:ext uri="{FF2B5EF4-FFF2-40B4-BE49-F238E27FC236}">
                <a16:creationId xmlns:a16="http://schemas.microsoft.com/office/drawing/2014/main" id="{BC4F66DA-4EFE-4235-ADAA-ADDC883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2" name="crop-B-4-KP3">
            <a:extLst xmlns:a="http://schemas.openxmlformats.org/drawingml/2006/main">
              <a:ext uri="{FF2B5EF4-FFF2-40B4-BE49-F238E27FC236}">
                <a16:creationId xmlns:a16="http://schemas.microsoft.com/office/drawing/2014/main" id="{79673580-9BF9-42C5-87FB-77204565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3" name="set-5-KP4-black-border">
            <a:extLst xmlns:a="http://schemas.openxmlformats.org/drawingml/2006/main">
              <a:ext uri="{FF2B5EF4-FFF2-40B4-BE49-F238E27FC236}">
                <a16:creationId xmlns:a16="http://schemas.microsoft.com/office/drawing/2014/main" id="{A632BE3E-06CD-4EFA-9FA6-EDB7564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24" name="set-5-KP4-color-band">
            <a:extLst xmlns:a="http://schemas.openxmlformats.org/drawingml/2006/main">
              <a:ext uri="{FF2B5EF4-FFF2-40B4-BE49-F238E27FC236}">
                <a16:creationId xmlns:a16="http://schemas.microsoft.com/office/drawing/2014/main" id="{94AB36B1-E13F-4F62-9E29-E452BBA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225" name="crop-L-4-KP4">
            <a:extLst xmlns:a="http://schemas.openxmlformats.org/drawingml/2006/main">
              <a:ext uri="{FF2B5EF4-FFF2-40B4-BE49-F238E27FC236}">
                <a16:creationId xmlns:a16="http://schemas.microsoft.com/office/drawing/2014/main" id="{C32606B4-4F88-4E31-851A-81F859E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6" name="crop-R-4-KP4">
            <a:extLst xmlns:a="http://schemas.openxmlformats.org/drawingml/2006/main">
              <a:ext uri="{FF2B5EF4-FFF2-40B4-BE49-F238E27FC236}">
                <a16:creationId xmlns:a16="http://schemas.microsoft.com/office/drawing/2014/main" id="{A669352C-8756-485A-A406-A99CE89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7" name="crop-T-4-KP4">
            <a:extLst xmlns:a="http://schemas.openxmlformats.org/drawingml/2006/main">
              <a:ext uri="{FF2B5EF4-FFF2-40B4-BE49-F238E27FC236}">
                <a16:creationId xmlns:a16="http://schemas.microsoft.com/office/drawing/2014/main" id="{E128817C-7AE9-4120-9797-109E077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8" name="crop-B-4-KP4">
            <a:extLst xmlns:a="http://schemas.openxmlformats.org/drawingml/2006/main">
              <a:ext uri="{FF2B5EF4-FFF2-40B4-BE49-F238E27FC236}">
                <a16:creationId xmlns:a16="http://schemas.microsoft.com/office/drawing/2014/main" id="{4EDC5479-E46A-4FB4-9773-DFCDA52A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29" name="set-5-KP5-black-border">
            <a:extLst xmlns:a="http://schemas.openxmlformats.org/drawingml/2006/main">
              <a:ext uri="{FF2B5EF4-FFF2-40B4-BE49-F238E27FC236}">
                <a16:creationId xmlns:a16="http://schemas.microsoft.com/office/drawing/2014/main" id="{FC19599F-8FD4-430D-894D-7D708F9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30" name="set-5-KP5-color-band">
            <a:extLst xmlns:a="http://schemas.openxmlformats.org/drawingml/2006/main">
              <a:ext uri="{FF2B5EF4-FFF2-40B4-BE49-F238E27FC236}">
                <a16:creationId xmlns:a16="http://schemas.microsoft.com/office/drawing/2014/main" id="{2BED437B-FBBC-43EC-88CB-C2057743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231" name="crop-L-4-KP5">
            <a:extLst xmlns:a="http://schemas.openxmlformats.org/drawingml/2006/main">
              <a:ext uri="{FF2B5EF4-FFF2-40B4-BE49-F238E27FC236}">
                <a16:creationId xmlns:a16="http://schemas.microsoft.com/office/drawing/2014/main" id="{B000709F-1153-46DB-A755-5B6B432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2" name="crop-R-4-KP5">
            <a:extLst xmlns:a="http://schemas.openxmlformats.org/drawingml/2006/main">
              <a:ext uri="{FF2B5EF4-FFF2-40B4-BE49-F238E27FC236}">
                <a16:creationId xmlns:a16="http://schemas.microsoft.com/office/drawing/2014/main" id="{BCC8D741-1224-41A6-9DED-A211D88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3" name="crop-T-4-KP5">
            <a:extLst xmlns:a="http://schemas.openxmlformats.org/drawingml/2006/main">
              <a:ext uri="{FF2B5EF4-FFF2-40B4-BE49-F238E27FC236}">
                <a16:creationId xmlns:a16="http://schemas.microsoft.com/office/drawing/2014/main" id="{1812B29A-20B7-4BC6-B57F-1DA761B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4" name="crop-B-4-KP5">
            <a:extLst xmlns:a="http://schemas.openxmlformats.org/drawingml/2006/main">
              <a:ext uri="{FF2B5EF4-FFF2-40B4-BE49-F238E27FC236}">
                <a16:creationId xmlns:a16="http://schemas.microsoft.com/office/drawing/2014/main" id="{037B4429-C0AB-4BA2-AD51-F296E9A0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5" name="set-5-KP6-black-border">
            <a:extLst xmlns:a="http://schemas.openxmlformats.org/drawingml/2006/main">
              <a:ext uri="{FF2B5EF4-FFF2-40B4-BE49-F238E27FC236}">
                <a16:creationId xmlns:a16="http://schemas.microsoft.com/office/drawing/2014/main" id="{2EDFA48A-9B4D-4FBE-8D43-9A321F4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132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36" name="set-5-KP6-color-band">
            <a:extLst xmlns:a="http://schemas.openxmlformats.org/drawingml/2006/main">
              <a:ext uri="{FF2B5EF4-FFF2-40B4-BE49-F238E27FC236}">
                <a16:creationId xmlns:a16="http://schemas.microsoft.com/office/drawing/2014/main" id="{58D55719-B186-47F0-B147-78107A93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140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237" name="crop-L-4-KP6">
            <a:extLst xmlns:a="http://schemas.openxmlformats.org/drawingml/2006/main">
              <a:ext uri="{FF2B5EF4-FFF2-40B4-BE49-F238E27FC236}">
                <a16:creationId xmlns:a16="http://schemas.microsoft.com/office/drawing/2014/main" id="{9D3E21FD-5BD6-434D-A448-A1F34850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8" name="crop-R-4-KP6">
            <a:extLst xmlns:a="http://schemas.openxmlformats.org/drawingml/2006/main">
              <a:ext uri="{FF2B5EF4-FFF2-40B4-BE49-F238E27FC236}">
                <a16:creationId xmlns:a16="http://schemas.microsoft.com/office/drawing/2014/main" id="{6E16758C-5C66-4BA9-95E8-8EC6DD16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4109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39" name="crop-T-4-KP6">
            <a:extLst xmlns:a="http://schemas.openxmlformats.org/drawingml/2006/main">
              <a:ext uri="{FF2B5EF4-FFF2-40B4-BE49-F238E27FC236}">
                <a16:creationId xmlns:a16="http://schemas.microsoft.com/office/drawing/2014/main" id="{3981F530-5C34-4E54-8331-45144F30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132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0" name="crop-B-4-KP6">
            <a:extLst xmlns:a="http://schemas.openxmlformats.org/drawingml/2006/main">
              <a:ext uri="{FF2B5EF4-FFF2-40B4-BE49-F238E27FC236}">
                <a16:creationId xmlns:a16="http://schemas.microsoft.com/office/drawing/2014/main" id="{4E439C15-CDCA-4FB8-A123-4921B92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17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1" name="set-label-6">
            <a:extLst xmlns:a="http://schemas.openxmlformats.org/drawingml/2006/main">
              <a:ext uri="{FF2B5EF4-FFF2-40B4-BE49-F238E27FC236}">
                <a16:creationId xmlns:a16="http://schemas.microsoft.com/office/drawing/2014/main" id="{A62EEAFE-BF77-4735-B501-85CFF28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44604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06</a:t>
            </a:r>
          </a:p>
        </p:txBody>
      </p:sp>
      <p:sp>
        <p:nvSpPr>
          <p:cNvPr id="242" name="set-6-KP0-black-border">
            <a:extLst xmlns:a="http://schemas.openxmlformats.org/drawingml/2006/main">
              <a:ext uri="{FF2B5EF4-FFF2-40B4-BE49-F238E27FC236}">
                <a16:creationId xmlns:a16="http://schemas.microsoft.com/office/drawing/2014/main" id="{F0BCCEED-531A-4BB7-8EA2-F90F8F2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43" name="set-6-KP0-color-band">
            <a:extLst xmlns:a="http://schemas.openxmlformats.org/drawingml/2006/main">
              <a:ext uri="{FF2B5EF4-FFF2-40B4-BE49-F238E27FC236}">
                <a16:creationId xmlns:a16="http://schemas.microsoft.com/office/drawing/2014/main" id="{A7CE4F34-88DB-4FEE-8143-8232E818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244" name="crop-L-5-KP0">
            <a:extLst xmlns:a="http://schemas.openxmlformats.org/drawingml/2006/main">
              <a:ext uri="{FF2B5EF4-FFF2-40B4-BE49-F238E27FC236}">
                <a16:creationId xmlns:a16="http://schemas.microsoft.com/office/drawing/2014/main" id="{F079E778-E3C5-4537-BCF4-8EB6331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5" name="crop-R-5-KP0">
            <a:extLst xmlns:a="http://schemas.openxmlformats.org/drawingml/2006/main">
              <a:ext uri="{FF2B5EF4-FFF2-40B4-BE49-F238E27FC236}">
                <a16:creationId xmlns:a16="http://schemas.microsoft.com/office/drawing/2014/main" id="{3BBDB8AA-B241-4052-830B-A10C048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6" name="crop-T-5-KP0">
            <a:extLst xmlns:a="http://schemas.openxmlformats.org/drawingml/2006/main">
              <a:ext uri="{FF2B5EF4-FFF2-40B4-BE49-F238E27FC236}">
                <a16:creationId xmlns:a16="http://schemas.microsoft.com/office/drawing/2014/main" id="{D762BBC2-C573-45DA-813C-4069B7B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7" name="crop-B-5-KP0">
            <a:extLst xmlns:a="http://schemas.openxmlformats.org/drawingml/2006/main">
              <a:ext uri="{FF2B5EF4-FFF2-40B4-BE49-F238E27FC236}">
                <a16:creationId xmlns:a16="http://schemas.microsoft.com/office/drawing/2014/main" id="{77177B7D-1D66-4988-9061-6D3146C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48" name="set-6-KP1-black-border">
            <a:extLst xmlns:a="http://schemas.openxmlformats.org/drawingml/2006/main">
              <a:ext uri="{FF2B5EF4-FFF2-40B4-BE49-F238E27FC236}">
                <a16:creationId xmlns:a16="http://schemas.microsoft.com/office/drawing/2014/main" id="{5D24DE8F-4538-4F9F-A3D4-DBD5AAD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49" name="set-6-KP1-color-band">
            <a:extLst xmlns:a="http://schemas.openxmlformats.org/drawingml/2006/main">
              <a:ext uri="{FF2B5EF4-FFF2-40B4-BE49-F238E27FC236}">
                <a16:creationId xmlns:a16="http://schemas.microsoft.com/office/drawing/2014/main" id="{8F92C5F7-91AD-41C0-AD0B-89F3D37B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250" name="crop-L-5-KP1">
            <a:extLst xmlns:a="http://schemas.openxmlformats.org/drawingml/2006/main">
              <a:ext uri="{FF2B5EF4-FFF2-40B4-BE49-F238E27FC236}">
                <a16:creationId xmlns:a16="http://schemas.microsoft.com/office/drawing/2014/main" id="{0AA43262-E3A8-4FFD-9361-D5A1E05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1" name="crop-R-5-KP1">
            <a:extLst xmlns:a="http://schemas.openxmlformats.org/drawingml/2006/main">
              <a:ext uri="{FF2B5EF4-FFF2-40B4-BE49-F238E27FC236}">
                <a16:creationId xmlns:a16="http://schemas.microsoft.com/office/drawing/2014/main" id="{4563904B-AAAE-457C-B943-FD6EA96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2" name="crop-T-5-KP1">
            <a:extLst xmlns:a="http://schemas.openxmlformats.org/drawingml/2006/main">
              <a:ext uri="{FF2B5EF4-FFF2-40B4-BE49-F238E27FC236}">
                <a16:creationId xmlns:a16="http://schemas.microsoft.com/office/drawing/2014/main" id="{68FF8C8C-B8CC-40F4-BDC4-73414F75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3" name="crop-B-5-KP1">
            <a:extLst xmlns:a="http://schemas.openxmlformats.org/drawingml/2006/main">
              <a:ext uri="{FF2B5EF4-FFF2-40B4-BE49-F238E27FC236}">
                <a16:creationId xmlns:a16="http://schemas.microsoft.com/office/drawing/2014/main" id="{6E6A4412-9223-4949-A051-16EF9A72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4" name="set-6-KP2-black-border">
            <a:extLst xmlns:a="http://schemas.openxmlformats.org/drawingml/2006/main">
              <a:ext uri="{FF2B5EF4-FFF2-40B4-BE49-F238E27FC236}">
                <a16:creationId xmlns:a16="http://schemas.microsoft.com/office/drawing/2014/main" id="{B658B10D-426F-4274-B02A-1825A23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55" name="set-6-KP2-color-band">
            <a:extLst xmlns:a="http://schemas.openxmlformats.org/drawingml/2006/main">
              <a:ext uri="{FF2B5EF4-FFF2-40B4-BE49-F238E27FC236}">
                <a16:creationId xmlns:a16="http://schemas.microsoft.com/office/drawing/2014/main" id="{B5CA69D3-C838-45AA-9B2D-5F7FE3A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256" name="crop-L-5-KP2">
            <a:extLst xmlns:a="http://schemas.openxmlformats.org/drawingml/2006/main">
              <a:ext uri="{FF2B5EF4-FFF2-40B4-BE49-F238E27FC236}">
                <a16:creationId xmlns:a16="http://schemas.microsoft.com/office/drawing/2014/main" id="{6A6A8088-C195-44F7-B69C-71F888F0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7" name="crop-R-5-KP2">
            <a:extLst xmlns:a="http://schemas.openxmlformats.org/drawingml/2006/main">
              <a:ext uri="{FF2B5EF4-FFF2-40B4-BE49-F238E27FC236}">
                <a16:creationId xmlns:a16="http://schemas.microsoft.com/office/drawing/2014/main" id="{EBE6C888-229C-4C9E-B79C-F0E66043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8" name="crop-T-5-KP2">
            <a:extLst xmlns:a="http://schemas.openxmlformats.org/drawingml/2006/main">
              <a:ext uri="{FF2B5EF4-FFF2-40B4-BE49-F238E27FC236}">
                <a16:creationId xmlns:a16="http://schemas.microsoft.com/office/drawing/2014/main" id="{69B3D2C6-BD64-4F1E-B190-5FDC42B3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59" name="crop-B-5-KP2">
            <a:extLst xmlns:a="http://schemas.openxmlformats.org/drawingml/2006/main">
              <a:ext uri="{FF2B5EF4-FFF2-40B4-BE49-F238E27FC236}">
                <a16:creationId xmlns:a16="http://schemas.microsoft.com/office/drawing/2014/main" id="{09364CD0-8ACB-47A1-B725-23102BD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0" name="set-6-KP3-black-border">
            <a:extLst xmlns:a="http://schemas.openxmlformats.org/drawingml/2006/main">
              <a:ext uri="{FF2B5EF4-FFF2-40B4-BE49-F238E27FC236}">
                <a16:creationId xmlns:a16="http://schemas.microsoft.com/office/drawing/2014/main" id="{D67DD8E9-33EB-46E8-BCBE-B4D18E1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61" name="set-6-KP3-color-band">
            <a:extLst xmlns:a="http://schemas.openxmlformats.org/drawingml/2006/main">
              <a:ext uri="{FF2B5EF4-FFF2-40B4-BE49-F238E27FC236}">
                <a16:creationId xmlns:a16="http://schemas.microsoft.com/office/drawing/2014/main" id="{E3E5574B-32A1-4BB5-B77B-26AD3682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262" name="crop-L-5-KP3">
            <a:extLst xmlns:a="http://schemas.openxmlformats.org/drawingml/2006/main">
              <a:ext uri="{FF2B5EF4-FFF2-40B4-BE49-F238E27FC236}">
                <a16:creationId xmlns:a16="http://schemas.microsoft.com/office/drawing/2014/main" id="{8A5D03FE-4C62-45EB-BD04-1BE3573F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3" name="crop-R-5-KP3">
            <a:extLst xmlns:a="http://schemas.openxmlformats.org/drawingml/2006/main">
              <a:ext uri="{FF2B5EF4-FFF2-40B4-BE49-F238E27FC236}">
                <a16:creationId xmlns:a16="http://schemas.microsoft.com/office/drawing/2014/main" id="{4332EE2F-BED6-477B-B08F-752DB26B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4" name="crop-T-5-KP3">
            <a:extLst xmlns:a="http://schemas.openxmlformats.org/drawingml/2006/main">
              <a:ext uri="{FF2B5EF4-FFF2-40B4-BE49-F238E27FC236}">
                <a16:creationId xmlns:a16="http://schemas.microsoft.com/office/drawing/2014/main" id="{B91F099A-B821-4DC9-9393-7945092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5" name="crop-B-5-KP3">
            <a:extLst xmlns:a="http://schemas.openxmlformats.org/drawingml/2006/main">
              <a:ext uri="{FF2B5EF4-FFF2-40B4-BE49-F238E27FC236}">
                <a16:creationId xmlns:a16="http://schemas.microsoft.com/office/drawing/2014/main" id="{5F6FF5B5-E21B-4361-9D09-3EDA4CD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6" name="set-6-KP4-black-border">
            <a:extLst xmlns:a="http://schemas.openxmlformats.org/drawingml/2006/main">
              <a:ext uri="{FF2B5EF4-FFF2-40B4-BE49-F238E27FC236}">
                <a16:creationId xmlns:a16="http://schemas.microsoft.com/office/drawing/2014/main" id="{F59FE4BA-337C-4BB5-91C8-004D1B1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67" name="set-6-KP4-color-band">
            <a:extLst xmlns:a="http://schemas.openxmlformats.org/drawingml/2006/main">
              <a:ext uri="{FF2B5EF4-FFF2-40B4-BE49-F238E27FC236}">
                <a16:creationId xmlns:a16="http://schemas.microsoft.com/office/drawing/2014/main" id="{64B253CE-0FA8-4FC9-AE9A-32C43835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268" name="crop-L-5-KP4">
            <a:extLst xmlns:a="http://schemas.openxmlformats.org/drawingml/2006/main">
              <a:ext uri="{FF2B5EF4-FFF2-40B4-BE49-F238E27FC236}">
                <a16:creationId xmlns:a16="http://schemas.microsoft.com/office/drawing/2014/main" id="{2E3B3E38-869A-4DA8-BB3B-A9345247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69" name="crop-R-5-KP4">
            <a:extLst xmlns:a="http://schemas.openxmlformats.org/drawingml/2006/main">
              <a:ext uri="{FF2B5EF4-FFF2-40B4-BE49-F238E27FC236}">
                <a16:creationId xmlns:a16="http://schemas.microsoft.com/office/drawing/2014/main" id="{A3E954E3-AF4E-4CB3-9C6A-A70384A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0" name="crop-T-5-KP4">
            <a:extLst xmlns:a="http://schemas.openxmlformats.org/drawingml/2006/main">
              <a:ext uri="{FF2B5EF4-FFF2-40B4-BE49-F238E27FC236}">
                <a16:creationId xmlns:a16="http://schemas.microsoft.com/office/drawing/2014/main" id="{F44A3BCB-C290-4EE6-8403-DC98C5F7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1" name="crop-B-5-KP4">
            <a:extLst xmlns:a="http://schemas.openxmlformats.org/drawingml/2006/main">
              <a:ext uri="{FF2B5EF4-FFF2-40B4-BE49-F238E27FC236}">
                <a16:creationId xmlns:a16="http://schemas.microsoft.com/office/drawing/2014/main" id="{A276D1AB-96AA-43C8-A748-DF9ADC9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2" name="set-6-KP5-black-border">
            <a:extLst xmlns:a="http://schemas.openxmlformats.org/drawingml/2006/main">
              <a:ext uri="{FF2B5EF4-FFF2-40B4-BE49-F238E27FC236}">
                <a16:creationId xmlns:a16="http://schemas.microsoft.com/office/drawing/2014/main" id="{D5DB4FA0-52E6-45EA-962F-585C505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73" name="set-6-KP5-color-band">
            <a:extLst xmlns:a="http://schemas.openxmlformats.org/drawingml/2006/main">
              <a:ext uri="{FF2B5EF4-FFF2-40B4-BE49-F238E27FC236}">
                <a16:creationId xmlns:a16="http://schemas.microsoft.com/office/drawing/2014/main" id="{F5E80952-B36F-4E34-B05E-CF38D3BC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274" name="crop-L-5-KP5">
            <a:extLst xmlns:a="http://schemas.openxmlformats.org/drawingml/2006/main">
              <a:ext uri="{FF2B5EF4-FFF2-40B4-BE49-F238E27FC236}">
                <a16:creationId xmlns:a16="http://schemas.microsoft.com/office/drawing/2014/main" id="{4CE0A347-6598-44FB-A6F5-90BAAF5C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5" name="crop-R-5-KP5">
            <a:extLst xmlns:a="http://schemas.openxmlformats.org/drawingml/2006/main">
              <a:ext uri="{FF2B5EF4-FFF2-40B4-BE49-F238E27FC236}">
                <a16:creationId xmlns:a16="http://schemas.microsoft.com/office/drawing/2014/main" id="{75FEFB2A-C8DE-498E-A52C-DB4C168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6" name="crop-T-5-KP5">
            <a:extLst xmlns:a="http://schemas.openxmlformats.org/drawingml/2006/main">
              <a:ext uri="{FF2B5EF4-FFF2-40B4-BE49-F238E27FC236}">
                <a16:creationId xmlns:a16="http://schemas.microsoft.com/office/drawing/2014/main" id="{0424F3A9-ABEA-4A5C-BCBE-A855B86A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7" name="crop-B-5-KP5">
            <a:extLst xmlns:a="http://schemas.openxmlformats.org/drawingml/2006/main">
              <a:ext uri="{FF2B5EF4-FFF2-40B4-BE49-F238E27FC236}">
                <a16:creationId xmlns:a16="http://schemas.microsoft.com/office/drawing/2014/main" id="{658ECE23-88AF-4926-845A-BABB5B69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78" name="set-6-KP6-black-border">
            <a:extLst xmlns:a="http://schemas.openxmlformats.org/drawingml/2006/main">
              <a:ext uri="{FF2B5EF4-FFF2-40B4-BE49-F238E27FC236}">
                <a16:creationId xmlns:a16="http://schemas.microsoft.com/office/drawing/2014/main" id="{78135CDB-4ED5-43A0-8310-55B15FF7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536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79" name="set-6-KP6-color-band">
            <a:extLst xmlns:a="http://schemas.openxmlformats.org/drawingml/2006/main">
              <a:ext uri="{FF2B5EF4-FFF2-40B4-BE49-F238E27FC236}">
                <a16:creationId xmlns:a16="http://schemas.microsoft.com/office/drawing/2014/main" id="{4840ABC9-2F45-48BA-84BA-E493E36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543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280" name="crop-L-5-KP6">
            <a:extLst xmlns:a="http://schemas.openxmlformats.org/drawingml/2006/main">
              <a:ext uri="{FF2B5EF4-FFF2-40B4-BE49-F238E27FC236}">
                <a16:creationId xmlns:a16="http://schemas.microsoft.com/office/drawing/2014/main" id="{D9B3D04C-1565-454D-9818-C8415F6E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1" name="crop-R-5-KP6">
            <a:extLst xmlns:a="http://schemas.openxmlformats.org/drawingml/2006/main">
              <a:ext uri="{FF2B5EF4-FFF2-40B4-BE49-F238E27FC236}">
                <a16:creationId xmlns:a16="http://schemas.microsoft.com/office/drawing/2014/main" id="{9EC51578-FEE0-42E7-A1F4-487B76F2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4512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2" name="crop-T-5-KP6">
            <a:extLst xmlns:a="http://schemas.openxmlformats.org/drawingml/2006/main">
              <a:ext uri="{FF2B5EF4-FFF2-40B4-BE49-F238E27FC236}">
                <a16:creationId xmlns:a16="http://schemas.microsoft.com/office/drawing/2014/main" id="{FFFCABE2-DB50-4C2F-B937-FAAE9D1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536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3" name="crop-B-5-KP6">
            <a:extLst xmlns:a="http://schemas.openxmlformats.org/drawingml/2006/main">
              <a:ext uri="{FF2B5EF4-FFF2-40B4-BE49-F238E27FC236}">
                <a16:creationId xmlns:a16="http://schemas.microsoft.com/office/drawing/2014/main" id="{FFCF5045-0009-48A7-94AB-0666866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57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4" name="set-label-7">
            <a:extLst xmlns:a="http://schemas.openxmlformats.org/drawingml/2006/main">
              <a:ext uri="{FF2B5EF4-FFF2-40B4-BE49-F238E27FC236}">
                <a16:creationId xmlns:a16="http://schemas.microsoft.com/office/drawing/2014/main" id="{58604AD7-3B2C-483C-BF5F-80E5742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48636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07</a:t>
            </a:r>
          </a:p>
        </p:txBody>
      </p:sp>
      <p:sp>
        <p:nvSpPr>
          <p:cNvPr id="285" name="set-7-KP0-black-border">
            <a:extLst xmlns:a="http://schemas.openxmlformats.org/drawingml/2006/main">
              <a:ext uri="{FF2B5EF4-FFF2-40B4-BE49-F238E27FC236}">
                <a16:creationId xmlns:a16="http://schemas.microsoft.com/office/drawing/2014/main" id="{0E587458-EB63-4C6E-AE47-B35B0F61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86" name="set-7-KP0-color-band">
            <a:extLst xmlns:a="http://schemas.openxmlformats.org/drawingml/2006/main">
              <a:ext uri="{FF2B5EF4-FFF2-40B4-BE49-F238E27FC236}">
                <a16:creationId xmlns:a16="http://schemas.microsoft.com/office/drawing/2014/main" id="{2D46ADB6-75CE-44B7-BFEA-47D5884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287" name="crop-L-6-KP0">
            <a:extLst xmlns:a="http://schemas.openxmlformats.org/drawingml/2006/main">
              <a:ext uri="{FF2B5EF4-FFF2-40B4-BE49-F238E27FC236}">
                <a16:creationId xmlns:a16="http://schemas.microsoft.com/office/drawing/2014/main" id="{44B78BA7-0383-4058-9D45-EBBEEA52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8" name="crop-R-6-KP0">
            <a:extLst xmlns:a="http://schemas.openxmlformats.org/drawingml/2006/main">
              <a:ext uri="{FF2B5EF4-FFF2-40B4-BE49-F238E27FC236}">
                <a16:creationId xmlns:a16="http://schemas.microsoft.com/office/drawing/2014/main" id="{74A31111-700D-4174-BA79-D5AA5A2C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89" name="crop-T-6-KP0">
            <a:extLst xmlns:a="http://schemas.openxmlformats.org/drawingml/2006/main">
              <a:ext uri="{FF2B5EF4-FFF2-40B4-BE49-F238E27FC236}">
                <a16:creationId xmlns:a16="http://schemas.microsoft.com/office/drawing/2014/main" id="{C365E41E-79BA-49A2-AE27-EB9649E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0" name="crop-B-6-KP0">
            <a:extLst xmlns:a="http://schemas.openxmlformats.org/drawingml/2006/main">
              <a:ext uri="{FF2B5EF4-FFF2-40B4-BE49-F238E27FC236}">
                <a16:creationId xmlns:a16="http://schemas.microsoft.com/office/drawing/2014/main" id="{5CBB3F34-83F0-4D6E-98EE-853936B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1" name="set-7-KP1-black-border">
            <a:extLst xmlns:a="http://schemas.openxmlformats.org/drawingml/2006/main">
              <a:ext uri="{FF2B5EF4-FFF2-40B4-BE49-F238E27FC236}">
                <a16:creationId xmlns:a16="http://schemas.microsoft.com/office/drawing/2014/main" id="{FFE59AC7-1AE0-405A-9683-2EFA3FE7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92" name="set-7-KP1-color-band">
            <a:extLst xmlns:a="http://schemas.openxmlformats.org/drawingml/2006/main">
              <a:ext uri="{FF2B5EF4-FFF2-40B4-BE49-F238E27FC236}">
                <a16:creationId xmlns:a16="http://schemas.microsoft.com/office/drawing/2014/main" id="{3CB9FC1B-5AD8-4797-91B9-3FCD5D10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293" name="crop-L-6-KP1">
            <a:extLst xmlns:a="http://schemas.openxmlformats.org/drawingml/2006/main">
              <a:ext uri="{FF2B5EF4-FFF2-40B4-BE49-F238E27FC236}">
                <a16:creationId xmlns:a16="http://schemas.microsoft.com/office/drawing/2014/main" id="{9AA32CD5-B4DB-422B-8EF7-38A8055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4" name="crop-R-6-KP1">
            <a:extLst xmlns:a="http://schemas.openxmlformats.org/drawingml/2006/main">
              <a:ext uri="{FF2B5EF4-FFF2-40B4-BE49-F238E27FC236}">
                <a16:creationId xmlns:a16="http://schemas.microsoft.com/office/drawing/2014/main" id="{6ED14026-1A33-4BAA-A2DF-98A8540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5" name="crop-T-6-KP1">
            <a:extLst xmlns:a="http://schemas.openxmlformats.org/drawingml/2006/main">
              <a:ext uri="{FF2B5EF4-FFF2-40B4-BE49-F238E27FC236}">
                <a16:creationId xmlns:a16="http://schemas.microsoft.com/office/drawing/2014/main" id="{39DD789A-082B-457C-BE36-357EC1E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6" name="crop-B-6-KP1">
            <a:extLst xmlns:a="http://schemas.openxmlformats.org/drawingml/2006/main">
              <a:ext uri="{FF2B5EF4-FFF2-40B4-BE49-F238E27FC236}">
                <a16:creationId xmlns:a16="http://schemas.microsoft.com/office/drawing/2014/main" id="{9BAE8699-EBDB-4FB6-97A4-5A4393B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297" name="set-7-KP2-black-border">
            <a:extLst xmlns:a="http://schemas.openxmlformats.org/drawingml/2006/main">
              <a:ext uri="{FF2B5EF4-FFF2-40B4-BE49-F238E27FC236}">
                <a16:creationId xmlns:a16="http://schemas.microsoft.com/office/drawing/2014/main" id="{C15CAF66-9EBB-4B75-B7C2-9435C874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298" name="set-7-KP2-color-band">
            <a:extLst xmlns:a="http://schemas.openxmlformats.org/drawingml/2006/main">
              <a:ext uri="{FF2B5EF4-FFF2-40B4-BE49-F238E27FC236}">
                <a16:creationId xmlns:a16="http://schemas.microsoft.com/office/drawing/2014/main" id="{08320575-52F9-4FC5-BDF7-805B39C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299" name="crop-L-6-KP2">
            <a:extLst xmlns:a="http://schemas.openxmlformats.org/drawingml/2006/main">
              <a:ext uri="{FF2B5EF4-FFF2-40B4-BE49-F238E27FC236}">
                <a16:creationId xmlns:a16="http://schemas.microsoft.com/office/drawing/2014/main" id="{07D17C5D-D50F-437E-86BB-28AC768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0" name="crop-R-6-KP2">
            <a:extLst xmlns:a="http://schemas.openxmlformats.org/drawingml/2006/main">
              <a:ext uri="{FF2B5EF4-FFF2-40B4-BE49-F238E27FC236}">
                <a16:creationId xmlns:a16="http://schemas.microsoft.com/office/drawing/2014/main" id="{EF52A691-A89D-41B3-B156-56A80B8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1" name="crop-T-6-KP2">
            <a:extLst xmlns:a="http://schemas.openxmlformats.org/drawingml/2006/main">
              <a:ext uri="{FF2B5EF4-FFF2-40B4-BE49-F238E27FC236}">
                <a16:creationId xmlns:a16="http://schemas.microsoft.com/office/drawing/2014/main" id="{38132826-E94C-4F05-B88D-B8067E42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2" name="crop-B-6-KP2">
            <a:extLst xmlns:a="http://schemas.openxmlformats.org/drawingml/2006/main">
              <a:ext uri="{FF2B5EF4-FFF2-40B4-BE49-F238E27FC236}">
                <a16:creationId xmlns:a16="http://schemas.microsoft.com/office/drawing/2014/main" id="{743F44B0-C68F-4F77-BF99-E377A5E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3" name="set-7-KP3-black-border">
            <a:extLst xmlns:a="http://schemas.openxmlformats.org/drawingml/2006/main">
              <a:ext uri="{FF2B5EF4-FFF2-40B4-BE49-F238E27FC236}">
                <a16:creationId xmlns:a16="http://schemas.microsoft.com/office/drawing/2014/main" id="{0EC3D182-58ED-48A7-8EEB-55C9541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04" name="set-7-KP3-color-band">
            <a:extLst xmlns:a="http://schemas.openxmlformats.org/drawingml/2006/main">
              <a:ext uri="{FF2B5EF4-FFF2-40B4-BE49-F238E27FC236}">
                <a16:creationId xmlns:a16="http://schemas.microsoft.com/office/drawing/2014/main" id="{FE82CCB7-E9EA-4862-90BA-D565DB5D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305" name="crop-L-6-KP3">
            <a:extLst xmlns:a="http://schemas.openxmlformats.org/drawingml/2006/main">
              <a:ext uri="{FF2B5EF4-FFF2-40B4-BE49-F238E27FC236}">
                <a16:creationId xmlns:a16="http://schemas.microsoft.com/office/drawing/2014/main" id="{73BC5662-20FB-4BE8-9B26-3DE6A70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6" name="crop-R-6-KP3">
            <a:extLst xmlns:a="http://schemas.openxmlformats.org/drawingml/2006/main">
              <a:ext uri="{FF2B5EF4-FFF2-40B4-BE49-F238E27FC236}">
                <a16:creationId xmlns:a16="http://schemas.microsoft.com/office/drawing/2014/main" id="{E2AFD561-47D2-4845-AC98-C6ABE70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7" name="crop-T-6-KP3">
            <a:extLst xmlns:a="http://schemas.openxmlformats.org/drawingml/2006/main">
              <a:ext uri="{FF2B5EF4-FFF2-40B4-BE49-F238E27FC236}">
                <a16:creationId xmlns:a16="http://schemas.microsoft.com/office/drawing/2014/main" id="{FA8D3A54-4E9D-4E81-9939-F829552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8" name="crop-B-6-KP3">
            <a:extLst xmlns:a="http://schemas.openxmlformats.org/drawingml/2006/main">
              <a:ext uri="{FF2B5EF4-FFF2-40B4-BE49-F238E27FC236}">
                <a16:creationId xmlns:a16="http://schemas.microsoft.com/office/drawing/2014/main" id="{C788449F-CDBF-49CC-9926-4E9C80FD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09" name="set-7-KP4-black-border">
            <a:extLst xmlns:a="http://schemas.openxmlformats.org/drawingml/2006/main">
              <a:ext uri="{FF2B5EF4-FFF2-40B4-BE49-F238E27FC236}">
                <a16:creationId xmlns:a16="http://schemas.microsoft.com/office/drawing/2014/main" id="{AD80360B-C018-442C-9397-948BDE19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10" name="set-7-KP4-color-band">
            <a:extLst xmlns:a="http://schemas.openxmlformats.org/drawingml/2006/main">
              <a:ext uri="{FF2B5EF4-FFF2-40B4-BE49-F238E27FC236}">
                <a16:creationId xmlns:a16="http://schemas.microsoft.com/office/drawing/2014/main" id="{EA845D8F-E967-4D09-A3F2-807BA31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311" name="crop-L-6-KP4">
            <a:extLst xmlns:a="http://schemas.openxmlformats.org/drawingml/2006/main">
              <a:ext uri="{FF2B5EF4-FFF2-40B4-BE49-F238E27FC236}">
                <a16:creationId xmlns:a16="http://schemas.microsoft.com/office/drawing/2014/main" id="{DD66F8DF-5B9A-458D-AE3C-C078621F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2" name="crop-R-6-KP4">
            <a:extLst xmlns:a="http://schemas.openxmlformats.org/drawingml/2006/main">
              <a:ext uri="{FF2B5EF4-FFF2-40B4-BE49-F238E27FC236}">
                <a16:creationId xmlns:a16="http://schemas.microsoft.com/office/drawing/2014/main" id="{8D5A4944-D745-4413-AEA1-22B159C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3" name="crop-T-6-KP4">
            <a:extLst xmlns:a="http://schemas.openxmlformats.org/drawingml/2006/main">
              <a:ext uri="{FF2B5EF4-FFF2-40B4-BE49-F238E27FC236}">
                <a16:creationId xmlns:a16="http://schemas.microsoft.com/office/drawing/2014/main" id="{AA845789-5A36-4C3F-A693-8394A9E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4" name="crop-B-6-KP4">
            <a:extLst xmlns:a="http://schemas.openxmlformats.org/drawingml/2006/main">
              <a:ext uri="{FF2B5EF4-FFF2-40B4-BE49-F238E27FC236}">
                <a16:creationId xmlns:a16="http://schemas.microsoft.com/office/drawing/2014/main" id="{91E1F3AD-76FF-4036-9752-7F97470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5" name="set-7-KP5-black-border">
            <a:extLst xmlns:a="http://schemas.openxmlformats.org/drawingml/2006/main">
              <a:ext uri="{FF2B5EF4-FFF2-40B4-BE49-F238E27FC236}">
                <a16:creationId xmlns:a16="http://schemas.microsoft.com/office/drawing/2014/main" id="{D2B2A29F-4B72-4E2D-A1ED-C0C76520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16" name="set-7-KP5-color-band">
            <a:extLst xmlns:a="http://schemas.openxmlformats.org/drawingml/2006/main">
              <a:ext uri="{FF2B5EF4-FFF2-40B4-BE49-F238E27FC236}">
                <a16:creationId xmlns:a16="http://schemas.microsoft.com/office/drawing/2014/main" id="{DD6EC5A9-A2CC-4996-9E38-3003C8B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317" name="crop-L-6-KP5">
            <a:extLst xmlns:a="http://schemas.openxmlformats.org/drawingml/2006/main">
              <a:ext uri="{FF2B5EF4-FFF2-40B4-BE49-F238E27FC236}">
                <a16:creationId xmlns:a16="http://schemas.microsoft.com/office/drawing/2014/main" id="{94E91B8B-7621-45E5-9BE6-B569DA41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8" name="crop-R-6-KP5">
            <a:extLst xmlns:a="http://schemas.openxmlformats.org/drawingml/2006/main">
              <a:ext uri="{FF2B5EF4-FFF2-40B4-BE49-F238E27FC236}">
                <a16:creationId xmlns:a16="http://schemas.microsoft.com/office/drawing/2014/main" id="{638BAB99-7224-4125-9722-48B3232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19" name="crop-T-6-KP5">
            <a:extLst xmlns:a="http://schemas.openxmlformats.org/drawingml/2006/main">
              <a:ext uri="{FF2B5EF4-FFF2-40B4-BE49-F238E27FC236}">
                <a16:creationId xmlns:a16="http://schemas.microsoft.com/office/drawing/2014/main" id="{E92453DA-FBA6-4A63-8B7D-322611A2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0" name="crop-B-6-KP5">
            <a:extLst xmlns:a="http://schemas.openxmlformats.org/drawingml/2006/main">
              <a:ext uri="{FF2B5EF4-FFF2-40B4-BE49-F238E27FC236}">
                <a16:creationId xmlns:a16="http://schemas.microsoft.com/office/drawing/2014/main" id="{C02E8E02-10E9-4210-94E0-AE2AFA0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1" name="set-7-KP6-black-border">
            <a:extLst xmlns:a="http://schemas.openxmlformats.org/drawingml/2006/main">
              <a:ext uri="{FF2B5EF4-FFF2-40B4-BE49-F238E27FC236}">
                <a16:creationId xmlns:a16="http://schemas.microsoft.com/office/drawing/2014/main" id="{B0A806FD-F766-402D-9620-5E9FB1D4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939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22" name="set-7-KP6-color-band">
            <a:extLst xmlns:a="http://schemas.openxmlformats.org/drawingml/2006/main">
              <a:ext uri="{FF2B5EF4-FFF2-40B4-BE49-F238E27FC236}">
                <a16:creationId xmlns:a16="http://schemas.microsoft.com/office/drawing/2014/main" id="{A691AB98-B45E-44CA-B64B-4155922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946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323" name="crop-L-6-KP6">
            <a:extLst xmlns:a="http://schemas.openxmlformats.org/drawingml/2006/main">
              <a:ext uri="{FF2B5EF4-FFF2-40B4-BE49-F238E27FC236}">
                <a16:creationId xmlns:a16="http://schemas.microsoft.com/office/drawing/2014/main" id="{2B68E43B-4B33-4A28-AFCB-9AC10E4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4" name="crop-R-6-KP6">
            <a:extLst xmlns:a="http://schemas.openxmlformats.org/drawingml/2006/main">
              <a:ext uri="{FF2B5EF4-FFF2-40B4-BE49-F238E27FC236}">
                <a16:creationId xmlns:a16="http://schemas.microsoft.com/office/drawing/2014/main" id="{40BFE21D-271B-4053-BD3A-409081A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4915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5" name="crop-T-6-KP6">
            <a:extLst xmlns:a="http://schemas.openxmlformats.org/drawingml/2006/main">
              <a:ext uri="{FF2B5EF4-FFF2-40B4-BE49-F238E27FC236}">
                <a16:creationId xmlns:a16="http://schemas.microsoft.com/office/drawing/2014/main" id="{E4FA18F7-50F8-4BDB-9651-6D55CD2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939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6" name="crop-B-6-KP6">
            <a:extLst xmlns:a="http://schemas.openxmlformats.org/drawingml/2006/main">
              <a:ext uri="{FF2B5EF4-FFF2-40B4-BE49-F238E27FC236}">
                <a16:creationId xmlns:a16="http://schemas.microsoft.com/office/drawing/2014/main" id="{CF47137F-CE94-4C46-9A6F-FA3B34E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498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27" name="set-label-8">
            <a:extLst xmlns:a="http://schemas.openxmlformats.org/drawingml/2006/main">
              <a:ext uri="{FF2B5EF4-FFF2-40B4-BE49-F238E27FC236}">
                <a16:creationId xmlns:a16="http://schemas.microsoft.com/office/drawing/2014/main" id="{7D7E7276-7389-4823-BBCD-CD0682E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2668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08</a:t>
            </a:r>
          </a:p>
        </p:txBody>
      </p:sp>
      <p:sp>
        <p:nvSpPr>
          <p:cNvPr id="328" name="set-8-KP0-black-border">
            <a:extLst xmlns:a="http://schemas.openxmlformats.org/drawingml/2006/main">
              <a:ext uri="{FF2B5EF4-FFF2-40B4-BE49-F238E27FC236}">
                <a16:creationId xmlns:a16="http://schemas.microsoft.com/office/drawing/2014/main" id="{54D51EA9-3BCF-4538-9246-525E06D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29" name="set-8-KP0-color-band">
            <a:extLst xmlns:a="http://schemas.openxmlformats.org/drawingml/2006/main">
              <a:ext uri="{FF2B5EF4-FFF2-40B4-BE49-F238E27FC236}">
                <a16:creationId xmlns:a16="http://schemas.microsoft.com/office/drawing/2014/main" id="{768E99F5-6B1C-4D98-9D65-DB3846CE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330" name="crop-L-7-KP0">
            <a:extLst xmlns:a="http://schemas.openxmlformats.org/drawingml/2006/main">
              <a:ext uri="{FF2B5EF4-FFF2-40B4-BE49-F238E27FC236}">
                <a16:creationId xmlns:a16="http://schemas.microsoft.com/office/drawing/2014/main" id="{398F619C-7D2D-44B4-8B79-01398747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1" name="crop-R-7-KP0">
            <a:extLst xmlns:a="http://schemas.openxmlformats.org/drawingml/2006/main">
              <a:ext uri="{FF2B5EF4-FFF2-40B4-BE49-F238E27FC236}">
                <a16:creationId xmlns:a16="http://schemas.microsoft.com/office/drawing/2014/main" id="{0F695351-167F-4B5A-A550-2A2015B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2" name="crop-T-7-KP0">
            <a:extLst xmlns:a="http://schemas.openxmlformats.org/drawingml/2006/main">
              <a:ext uri="{FF2B5EF4-FFF2-40B4-BE49-F238E27FC236}">
                <a16:creationId xmlns:a16="http://schemas.microsoft.com/office/drawing/2014/main" id="{5FF41E6C-3700-4C9A-AF7E-FDB27B3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3" name="crop-B-7-KP0">
            <a:extLst xmlns:a="http://schemas.openxmlformats.org/drawingml/2006/main">
              <a:ext uri="{FF2B5EF4-FFF2-40B4-BE49-F238E27FC236}">
                <a16:creationId xmlns:a16="http://schemas.microsoft.com/office/drawing/2014/main" id="{48107B53-B353-4119-841F-CF2C271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4" name="set-8-KP1-black-border">
            <a:extLst xmlns:a="http://schemas.openxmlformats.org/drawingml/2006/main">
              <a:ext uri="{FF2B5EF4-FFF2-40B4-BE49-F238E27FC236}">
                <a16:creationId xmlns:a16="http://schemas.microsoft.com/office/drawing/2014/main" id="{2B192EEF-7F0E-4D29-9F0F-5260F51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35" name="set-8-KP1-color-band">
            <a:extLst xmlns:a="http://schemas.openxmlformats.org/drawingml/2006/main">
              <a:ext uri="{FF2B5EF4-FFF2-40B4-BE49-F238E27FC236}">
                <a16:creationId xmlns:a16="http://schemas.microsoft.com/office/drawing/2014/main" id="{F0288276-C8DC-482E-980E-E642F5D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336" name="crop-L-7-KP1">
            <a:extLst xmlns:a="http://schemas.openxmlformats.org/drawingml/2006/main">
              <a:ext uri="{FF2B5EF4-FFF2-40B4-BE49-F238E27FC236}">
                <a16:creationId xmlns:a16="http://schemas.microsoft.com/office/drawing/2014/main" id="{84A20EE8-3B68-4696-8D29-D7FA3663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7" name="crop-R-7-KP1">
            <a:extLst xmlns:a="http://schemas.openxmlformats.org/drawingml/2006/main">
              <a:ext uri="{FF2B5EF4-FFF2-40B4-BE49-F238E27FC236}">
                <a16:creationId xmlns:a16="http://schemas.microsoft.com/office/drawing/2014/main" id="{0F8BF597-BDDB-4E4F-AD25-D191E31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8" name="crop-T-7-KP1">
            <a:extLst xmlns:a="http://schemas.openxmlformats.org/drawingml/2006/main">
              <a:ext uri="{FF2B5EF4-FFF2-40B4-BE49-F238E27FC236}">
                <a16:creationId xmlns:a16="http://schemas.microsoft.com/office/drawing/2014/main" id="{14347FEA-1F87-4BD9-812A-446DE00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39" name="crop-B-7-KP1">
            <a:extLst xmlns:a="http://schemas.openxmlformats.org/drawingml/2006/main">
              <a:ext uri="{FF2B5EF4-FFF2-40B4-BE49-F238E27FC236}">
                <a16:creationId xmlns:a16="http://schemas.microsoft.com/office/drawing/2014/main" id="{C2D59307-7787-4A7E-BDE7-215A8CEF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0" name="set-8-KP2-black-border">
            <a:extLst xmlns:a="http://schemas.openxmlformats.org/drawingml/2006/main">
              <a:ext uri="{FF2B5EF4-FFF2-40B4-BE49-F238E27FC236}">
                <a16:creationId xmlns:a16="http://schemas.microsoft.com/office/drawing/2014/main" id="{026D081B-AE8D-453D-8518-B963AE4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41" name="set-8-KP2-color-band">
            <a:extLst xmlns:a="http://schemas.openxmlformats.org/drawingml/2006/main">
              <a:ext uri="{FF2B5EF4-FFF2-40B4-BE49-F238E27FC236}">
                <a16:creationId xmlns:a16="http://schemas.microsoft.com/office/drawing/2014/main" id="{3055933D-F386-411D-A6A7-1EA5B61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342" name="crop-L-7-KP2">
            <a:extLst xmlns:a="http://schemas.openxmlformats.org/drawingml/2006/main">
              <a:ext uri="{FF2B5EF4-FFF2-40B4-BE49-F238E27FC236}">
                <a16:creationId xmlns:a16="http://schemas.microsoft.com/office/drawing/2014/main" id="{C44A2D3E-C1A4-485D-91B3-29E45C70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3" name="crop-R-7-KP2">
            <a:extLst xmlns:a="http://schemas.openxmlformats.org/drawingml/2006/main">
              <a:ext uri="{FF2B5EF4-FFF2-40B4-BE49-F238E27FC236}">
                <a16:creationId xmlns:a16="http://schemas.microsoft.com/office/drawing/2014/main" id="{0472E720-A21C-48FB-9F77-34D2CD4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4" name="crop-T-7-KP2">
            <a:extLst xmlns:a="http://schemas.openxmlformats.org/drawingml/2006/main">
              <a:ext uri="{FF2B5EF4-FFF2-40B4-BE49-F238E27FC236}">
                <a16:creationId xmlns:a16="http://schemas.microsoft.com/office/drawing/2014/main" id="{72B0D08E-F5D6-47D3-A408-F2F9A22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5" name="crop-B-7-KP2">
            <a:extLst xmlns:a="http://schemas.openxmlformats.org/drawingml/2006/main">
              <a:ext uri="{FF2B5EF4-FFF2-40B4-BE49-F238E27FC236}">
                <a16:creationId xmlns:a16="http://schemas.microsoft.com/office/drawing/2014/main" id="{C30C5069-A58C-4BE7-BBFA-EF0774AD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6" name="set-8-KP3-black-border">
            <a:extLst xmlns:a="http://schemas.openxmlformats.org/drawingml/2006/main">
              <a:ext uri="{FF2B5EF4-FFF2-40B4-BE49-F238E27FC236}">
                <a16:creationId xmlns:a16="http://schemas.microsoft.com/office/drawing/2014/main" id="{321A3E2F-6C3A-44A0-A62F-F632DE6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47" name="set-8-KP3-color-band">
            <a:extLst xmlns:a="http://schemas.openxmlformats.org/drawingml/2006/main">
              <a:ext uri="{FF2B5EF4-FFF2-40B4-BE49-F238E27FC236}">
                <a16:creationId xmlns:a16="http://schemas.microsoft.com/office/drawing/2014/main" id="{670C0323-F5AF-4070-9C4A-BEF6F96E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348" name="crop-L-7-KP3">
            <a:extLst xmlns:a="http://schemas.openxmlformats.org/drawingml/2006/main">
              <a:ext uri="{FF2B5EF4-FFF2-40B4-BE49-F238E27FC236}">
                <a16:creationId xmlns:a16="http://schemas.microsoft.com/office/drawing/2014/main" id="{7DD70283-0E94-4A01-BE15-A79F670A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49" name="crop-R-7-KP3">
            <a:extLst xmlns:a="http://schemas.openxmlformats.org/drawingml/2006/main">
              <a:ext uri="{FF2B5EF4-FFF2-40B4-BE49-F238E27FC236}">
                <a16:creationId xmlns:a16="http://schemas.microsoft.com/office/drawing/2014/main" id="{68776397-85D0-4A68-AC49-3CA7BF7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0" name="crop-T-7-KP3">
            <a:extLst xmlns:a="http://schemas.openxmlformats.org/drawingml/2006/main">
              <a:ext uri="{FF2B5EF4-FFF2-40B4-BE49-F238E27FC236}">
                <a16:creationId xmlns:a16="http://schemas.microsoft.com/office/drawing/2014/main" id="{4845D989-FB67-45D2-8D82-AA799120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1" name="crop-B-7-KP3">
            <a:extLst xmlns:a="http://schemas.openxmlformats.org/drawingml/2006/main">
              <a:ext uri="{FF2B5EF4-FFF2-40B4-BE49-F238E27FC236}">
                <a16:creationId xmlns:a16="http://schemas.microsoft.com/office/drawing/2014/main" id="{9F2141C2-2466-495E-B061-3D9DDB8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2" name="set-8-KP4-black-border">
            <a:extLst xmlns:a="http://schemas.openxmlformats.org/drawingml/2006/main">
              <a:ext uri="{FF2B5EF4-FFF2-40B4-BE49-F238E27FC236}">
                <a16:creationId xmlns:a16="http://schemas.microsoft.com/office/drawing/2014/main" id="{55445447-2293-4858-91ED-C40EF341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53" name="set-8-KP4-color-band">
            <a:extLst xmlns:a="http://schemas.openxmlformats.org/drawingml/2006/main">
              <a:ext uri="{FF2B5EF4-FFF2-40B4-BE49-F238E27FC236}">
                <a16:creationId xmlns:a16="http://schemas.microsoft.com/office/drawing/2014/main" id="{44421172-EBE2-44BC-8CEF-E260483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354" name="crop-L-7-KP4">
            <a:extLst xmlns:a="http://schemas.openxmlformats.org/drawingml/2006/main">
              <a:ext uri="{FF2B5EF4-FFF2-40B4-BE49-F238E27FC236}">
                <a16:creationId xmlns:a16="http://schemas.microsoft.com/office/drawing/2014/main" id="{F503ECA1-64D7-4060-90B5-1A4EFC5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5" name="crop-R-7-KP4">
            <a:extLst xmlns:a="http://schemas.openxmlformats.org/drawingml/2006/main">
              <a:ext uri="{FF2B5EF4-FFF2-40B4-BE49-F238E27FC236}">
                <a16:creationId xmlns:a16="http://schemas.microsoft.com/office/drawing/2014/main" id="{10B47973-1F6F-40B0-938A-D9B6298D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6" name="crop-T-7-KP4">
            <a:extLst xmlns:a="http://schemas.openxmlformats.org/drawingml/2006/main">
              <a:ext uri="{FF2B5EF4-FFF2-40B4-BE49-F238E27FC236}">
                <a16:creationId xmlns:a16="http://schemas.microsoft.com/office/drawing/2014/main" id="{A2396AF7-9F7D-453C-A034-1114F9A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7" name="crop-B-7-KP4">
            <a:extLst xmlns:a="http://schemas.openxmlformats.org/drawingml/2006/main">
              <a:ext uri="{FF2B5EF4-FFF2-40B4-BE49-F238E27FC236}">
                <a16:creationId xmlns:a16="http://schemas.microsoft.com/office/drawing/2014/main" id="{FADA2134-5102-45A2-8151-226C4E26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58" name="set-8-KP5-black-border">
            <a:extLst xmlns:a="http://schemas.openxmlformats.org/drawingml/2006/main">
              <a:ext uri="{FF2B5EF4-FFF2-40B4-BE49-F238E27FC236}">
                <a16:creationId xmlns:a16="http://schemas.microsoft.com/office/drawing/2014/main" id="{E98AD79B-99EC-4D22-932B-7E4916C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59" name="set-8-KP5-color-band">
            <a:extLst xmlns:a="http://schemas.openxmlformats.org/drawingml/2006/main">
              <a:ext uri="{FF2B5EF4-FFF2-40B4-BE49-F238E27FC236}">
                <a16:creationId xmlns:a16="http://schemas.microsoft.com/office/drawing/2014/main" id="{5C062C46-0E95-4715-8611-F54C30F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360" name="crop-L-7-KP5">
            <a:extLst xmlns:a="http://schemas.openxmlformats.org/drawingml/2006/main">
              <a:ext uri="{FF2B5EF4-FFF2-40B4-BE49-F238E27FC236}">
                <a16:creationId xmlns:a16="http://schemas.microsoft.com/office/drawing/2014/main" id="{56F49A88-A030-4FAE-A655-7BDB163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1" name="crop-R-7-KP5">
            <a:extLst xmlns:a="http://schemas.openxmlformats.org/drawingml/2006/main">
              <a:ext uri="{FF2B5EF4-FFF2-40B4-BE49-F238E27FC236}">
                <a16:creationId xmlns:a16="http://schemas.microsoft.com/office/drawing/2014/main" id="{4CC36501-CAC6-423D-B26D-CB1FFD7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2" name="crop-T-7-KP5">
            <a:extLst xmlns:a="http://schemas.openxmlformats.org/drawingml/2006/main">
              <a:ext uri="{FF2B5EF4-FFF2-40B4-BE49-F238E27FC236}">
                <a16:creationId xmlns:a16="http://schemas.microsoft.com/office/drawing/2014/main" id="{677E2910-C9E9-4596-A595-56E8FB9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3" name="crop-B-7-KP5">
            <a:extLst xmlns:a="http://schemas.openxmlformats.org/drawingml/2006/main">
              <a:ext uri="{FF2B5EF4-FFF2-40B4-BE49-F238E27FC236}">
                <a16:creationId xmlns:a16="http://schemas.microsoft.com/office/drawing/2014/main" id="{39A7754A-4516-4C69-8E83-20B111FF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4" name="set-8-KP6-black-border">
            <a:extLst xmlns:a="http://schemas.openxmlformats.org/drawingml/2006/main">
              <a:ext uri="{FF2B5EF4-FFF2-40B4-BE49-F238E27FC236}">
                <a16:creationId xmlns:a16="http://schemas.microsoft.com/office/drawing/2014/main" id="{1AD0E89E-1CB7-46B4-B01C-F0EFE76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342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65" name="set-8-KP6-color-band">
            <a:extLst xmlns:a="http://schemas.openxmlformats.org/drawingml/2006/main">
              <a:ext uri="{FF2B5EF4-FFF2-40B4-BE49-F238E27FC236}">
                <a16:creationId xmlns:a16="http://schemas.microsoft.com/office/drawing/2014/main" id="{F4C05480-CB13-4B90-A5E1-55F885B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349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366" name="crop-L-7-KP6">
            <a:extLst xmlns:a="http://schemas.openxmlformats.org/drawingml/2006/main">
              <a:ext uri="{FF2B5EF4-FFF2-40B4-BE49-F238E27FC236}">
                <a16:creationId xmlns:a16="http://schemas.microsoft.com/office/drawing/2014/main" id="{809357F9-036F-4A24-9D8C-3D93F86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7" name="crop-R-7-KP6">
            <a:extLst xmlns:a="http://schemas.openxmlformats.org/drawingml/2006/main">
              <a:ext uri="{FF2B5EF4-FFF2-40B4-BE49-F238E27FC236}">
                <a16:creationId xmlns:a16="http://schemas.microsoft.com/office/drawing/2014/main" id="{0D8FA1A6-4BE1-4EF0-95AD-8E68DCC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5319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8" name="crop-T-7-KP6">
            <a:extLst xmlns:a="http://schemas.openxmlformats.org/drawingml/2006/main">
              <a:ext uri="{FF2B5EF4-FFF2-40B4-BE49-F238E27FC236}">
                <a16:creationId xmlns:a16="http://schemas.microsoft.com/office/drawing/2014/main" id="{5F8F0377-53D6-4530-B7E6-17495E9F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5342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69" name="crop-B-7-KP6">
            <a:extLst xmlns:a="http://schemas.openxmlformats.org/drawingml/2006/main">
              <a:ext uri="{FF2B5EF4-FFF2-40B4-BE49-F238E27FC236}">
                <a16:creationId xmlns:a16="http://schemas.microsoft.com/office/drawing/2014/main" id="{A754658F-A67D-4406-A818-FAB4A86C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538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0" name="set-label-9">
            <a:extLst xmlns:a="http://schemas.openxmlformats.org/drawingml/2006/main">
              <a:ext uri="{FF2B5EF4-FFF2-40B4-BE49-F238E27FC236}">
                <a16:creationId xmlns:a16="http://schemas.microsoft.com/office/drawing/2014/main" id="{EC4D6781-6444-4156-932F-168BEAB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6700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09</a:t>
            </a:r>
          </a:p>
        </p:txBody>
      </p:sp>
      <p:sp>
        <p:nvSpPr>
          <p:cNvPr id="371" name="set-9-KP0-black-border">
            <a:extLst xmlns:a="http://schemas.openxmlformats.org/drawingml/2006/main">
              <a:ext uri="{FF2B5EF4-FFF2-40B4-BE49-F238E27FC236}">
                <a16:creationId xmlns:a16="http://schemas.microsoft.com/office/drawing/2014/main" id="{21ACE4F5-A723-43A0-AB94-6335938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72" name="set-9-KP0-color-band">
            <a:extLst xmlns:a="http://schemas.openxmlformats.org/drawingml/2006/main">
              <a:ext uri="{FF2B5EF4-FFF2-40B4-BE49-F238E27FC236}">
                <a16:creationId xmlns:a16="http://schemas.microsoft.com/office/drawing/2014/main" id="{10ABD9F1-13F9-44B5-9421-0525622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373" name="crop-L-8-KP0">
            <a:extLst xmlns:a="http://schemas.openxmlformats.org/drawingml/2006/main">
              <a:ext uri="{FF2B5EF4-FFF2-40B4-BE49-F238E27FC236}">
                <a16:creationId xmlns:a16="http://schemas.microsoft.com/office/drawing/2014/main" id="{D9110779-A11D-40E5-B13F-B18198F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4" name="crop-R-8-KP0">
            <a:extLst xmlns:a="http://schemas.openxmlformats.org/drawingml/2006/main">
              <a:ext uri="{FF2B5EF4-FFF2-40B4-BE49-F238E27FC236}">
                <a16:creationId xmlns:a16="http://schemas.microsoft.com/office/drawing/2014/main" id="{FF48BBE1-A9F8-4FEF-92DE-F25A27DA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5" name="crop-T-8-KP0">
            <a:extLst xmlns:a="http://schemas.openxmlformats.org/drawingml/2006/main">
              <a:ext uri="{FF2B5EF4-FFF2-40B4-BE49-F238E27FC236}">
                <a16:creationId xmlns:a16="http://schemas.microsoft.com/office/drawing/2014/main" id="{807F5A83-88A8-481E-85ED-5DC29B2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6" name="crop-B-8-KP0">
            <a:extLst xmlns:a="http://schemas.openxmlformats.org/drawingml/2006/main">
              <a:ext uri="{FF2B5EF4-FFF2-40B4-BE49-F238E27FC236}">
                <a16:creationId xmlns:a16="http://schemas.microsoft.com/office/drawing/2014/main" id="{DFF6BCBA-14F5-44BB-AB89-DBC7C04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77" name="set-9-KP1-black-border">
            <a:extLst xmlns:a="http://schemas.openxmlformats.org/drawingml/2006/main">
              <a:ext uri="{FF2B5EF4-FFF2-40B4-BE49-F238E27FC236}">
                <a16:creationId xmlns:a16="http://schemas.microsoft.com/office/drawing/2014/main" id="{6F880456-3E43-424D-9D03-E8590A7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78" name="set-9-KP1-color-band">
            <a:extLst xmlns:a="http://schemas.openxmlformats.org/drawingml/2006/main">
              <a:ext uri="{FF2B5EF4-FFF2-40B4-BE49-F238E27FC236}">
                <a16:creationId xmlns:a16="http://schemas.microsoft.com/office/drawing/2014/main" id="{2896E7E0-8F00-4F22-A172-392025D8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379" name="crop-L-8-KP1">
            <a:extLst xmlns:a="http://schemas.openxmlformats.org/drawingml/2006/main">
              <a:ext uri="{FF2B5EF4-FFF2-40B4-BE49-F238E27FC236}">
                <a16:creationId xmlns:a16="http://schemas.microsoft.com/office/drawing/2014/main" id="{858E4BCC-054C-4E5D-AEC9-43B4289B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0" name="crop-R-8-KP1">
            <a:extLst xmlns:a="http://schemas.openxmlformats.org/drawingml/2006/main">
              <a:ext uri="{FF2B5EF4-FFF2-40B4-BE49-F238E27FC236}">
                <a16:creationId xmlns:a16="http://schemas.microsoft.com/office/drawing/2014/main" id="{EFF217F1-CABD-4A6A-BF73-97FFD90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1" name="crop-T-8-KP1">
            <a:extLst xmlns:a="http://schemas.openxmlformats.org/drawingml/2006/main">
              <a:ext uri="{FF2B5EF4-FFF2-40B4-BE49-F238E27FC236}">
                <a16:creationId xmlns:a16="http://schemas.microsoft.com/office/drawing/2014/main" id="{82D09AA6-A8AE-4B01-892C-F540B0E1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2" name="crop-B-8-KP1">
            <a:extLst xmlns:a="http://schemas.openxmlformats.org/drawingml/2006/main">
              <a:ext uri="{FF2B5EF4-FFF2-40B4-BE49-F238E27FC236}">
                <a16:creationId xmlns:a16="http://schemas.microsoft.com/office/drawing/2014/main" id="{5DE75706-C67C-48FB-A46E-1F10A21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3" name="set-9-KP2-black-border">
            <a:extLst xmlns:a="http://schemas.openxmlformats.org/drawingml/2006/main">
              <a:ext uri="{FF2B5EF4-FFF2-40B4-BE49-F238E27FC236}">
                <a16:creationId xmlns:a16="http://schemas.microsoft.com/office/drawing/2014/main" id="{14F97E6C-3674-452E-94C5-5ECEE887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84" name="set-9-KP2-color-band">
            <a:extLst xmlns:a="http://schemas.openxmlformats.org/drawingml/2006/main">
              <a:ext uri="{FF2B5EF4-FFF2-40B4-BE49-F238E27FC236}">
                <a16:creationId xmlns:a16="http://schemas.microsoft.com/office/drawing/2014/main" id="{A01E6C07-C4EC-4344-A401-992103B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385" name="crop-L-8-KP2">
            <a:extLst xmlns:a="http://schemas.openxmlformats.org/drawingml/2006/main">
              <a:ext uri="{FF2B5EF4-FFF2-40B4-BE49-F238E27FC236}">
                <a16:creationId xmlns:a16="http://schemas.microsoft.com/office/drawing/2014/main" id="{F9DC25D0-E22E-4867-8D85-6FF52BF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6" name="crop-R-8-KP2">
            <a:extLst xmlns:a="http://schemas.openxmlformats.org/drawingml/2006/main">
              <a:ext uri="{FF2B5EF4-FFF2-40B4-BE49-F238E27FC236}">
                <a16:creationId xmlns:a16="http://schemas.microsoft.com/office/drawing/2014/main" id="{921F7963-D97E-40EE-9A6C-8D0710DE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7" name="crop-T-8-KP2">
            <a:extLst xmlns:a="http://schemas.openxmlformats.org/drawingml/2006/main">
              <a:ext uri="{FF2B5EF4-FFF2-40B4-BE49-F238E27FC236}">
                <a16:creationId xmlns:a16="http://schemas.microsoft.com/office/drawing/2014/main" id="{587CB342-A272-4369-B508-0B842B93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8" name="crop-B-8-KP2">
            <a:extLst xmlns:a="http://schemas.openxmlformats.org/drawingml/2006/main">
              <a:ext uri="{FF2B5EF4-FFF2-40B4-BE49-F238E27FC236}">
                <a16:creationId xmlns:a16="http://schemas.microsoft.com/office/drawing/2014/main" id="{2508FFCC-181E-4AA8-918A-6D59840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89" name="set-9-KP3-black-border">
            <a:extLst xmlns:a="http://schemas.openxmlformats.org/drawingml/2006/main">
              <a:ext uri="{FF2B5EF4-FFF2-40B4-BE49-F238E27FC236}">
                <a16:creationId xmlns:a16="http://schemas.microsoft.com/office/drawing/2014/main" id="{CEE44146-2151-493F-927B-6F1D09EE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90" name="set-9-KP3-color-band">
            <a:extLst xmlns:a="http://schemas.openxmlformats.org/drawingml/2006/main">
              <a:ext uri="{FF2B5EF4-FFF2-40B4-BE49-F238E27FC236}">
                <a16:creationId xmlns:a16="http://schemas.microsoft.com/office/drawing/2014/main" id="{46E61305-D11A-435F-AB7D-E345378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391" name="crop-L-8-KP3">
            <a:extLst xmlns:a="http://schemas.openxmlformats.org/drawingml/2006/main">
              <a:ext uri="{FF2B5EF4-FFF2-40B4-BE49-F238E27FC236}">
                <a16:creationId xmlns:a16="http://schemas.microsoft.com/office/drawing/2014/main" id="{D4C7A0BA-0C29-4AC6-B710-D09BA75B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2" name="crop-R-8-KP3">
            <a:extLst xmlns:a="http://schemas.openxmlformats.org/drawingml/2006/main">
              <a:ext uri="{FF2B5EF4-FFF2-40B4-BE49-F238E27FC236}">
                <a16:creationId xmlns:a16="http://schemas.microsoft.com/office/drawing/2014/main" id="{F080177D-30A5-4C5D-A922-81095F1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3" name="crop-T-8-KP3">
            <a:extLst xmlns:a="http://schemas.openxmlformats.org/drawingml/2006/main">
              <a:ext uri="{FF2B5EF4-FFF2-40B4-BE49-F238E27FC236}">
                <a16:creationId xmlns:a16="http://schemas.microsoft.com/office/drawing/2014/main" id="{A4C0CFE9-D815-47CC-8831-83288D2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4" name="crop-B-8-KP3">
            <a:extLst xmlns:a="http://schemas.openxmlformats.org/drawingml/2006/main">
              <a:ext uri="{FF2B5EF4-FFF2-40B4-BE49-F238E27FC236}">
                <a16:creationId xmlns:a16="http://schemas.microsoft.com/office/drawing/2014/main" id="{7A46E4A7-B54B-4A1F-85AB-1462024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5" name="set-9-KP4-black-border">
            <a:extLst xmlns:a="http://schemas.openxmlformats.org/drawingml/2006/main">
              <a:ext uri="{FF2B5EF4-FFF2-40B4-BE49-F238E27FC236}">
                <a16:creationId xmlns:a16="http://schemas.microsoft.com/office/drawing/2014/main" id="{83508545-C39B-4269-961D-FDAAF47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396" name="set-9-KP4-color-band">
            <a:extLst xmlns:a="http://schemas.openxmlformats.org/drawingml/2006/main">
              <a:ext uri="{FF2B5EF4-FFF2-40B4-BE49-F238E27FC236}">
                <a16:creationId xmlns:a16="http://schemas.microsoft.com/office/drawing/2014/main" id="{3BD0C3FD-153E-4365-90AE-BB3B572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397" name="crop-L-8-KP4">
            <a:extLst xmlns:a="http://schemas.openxmlformats.org/drawingml/2006/main">
              <a:ext uri="{FF2B5EF4-FFF2-40B4-BE49-F238E27FC236}">
                <a16:creationId xmlns:a16="http://schemas.microsoft.com/office/drawing/2014/main" id="{855B03E9-B3DC-420C-9763-CAD1ABB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8" name="crop-R-8-KP4">
            <a:extLst xmlns:a="http://schemas.openxmlformats.org/drawingml/2006/main">
              <a:ext uri="{FF2B5EF4-FFF2-40B4-BE49-F238E27FC236}">
                <a16:creationId xmlns:a16="http://schemas.microsoft.com/office/drawing/2014/main" id="{47EF558A-C872-4AEA-B356-C896548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399" name="crop-T-8-KP4">
            <a:extLst xmlns:a="http://schemas.openxmlformats.org/drawingml/2006/main">
              <a:ext uri="{FF2B5EF4-FFF2-40B4-BE49-F238E27FC236}">
                <a16:creationId xmlns:a16="http://schemas.microsoft.com/office/drawing/2014/main" id="{7E4BFBB0-AF9B-484B-AAC1-52E5A490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0" name="crop-B-8-KP4">
            <a:extLst xmlns:a="http://schemas.openxmlformats.org/drawingml/2006/main">
              <a:ext uri="{FF2B5EF4-FFF2-40B4-BE49-F238E27FC236}">
                <a16:creationId xmlns:a16="http://schemas.microsoft.com/office/drawing/2014/main" id="{E9A00DD7-4131-41AE-B78C-15B9383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1" name="set-9-KP5-black-border">
            <a:extLst xmlns:a="http://schemas.openxmlformats.org/drawingml/2006/main">
              <a:ext uri="{FF2B5EF4-FFF2-40B4-BE49-F238E27FC236}">
                <a16:creationId xmlns:a16="http://schemas.microsoft.com/office/drawing/2014/main" id="{10954186-C06E-4D38-9684-01912C0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02" name="set-9-KP5-color-band">
            <a:extLst xmlns:a="http://schemas.openxmlformats.org/drawingml/2006/main">
              <a:ext uri="{FF2B5EF4-FFF2-40B4-BE49-F238E27FC236}">
                <a16:creationId xmlns:a16="http://schemas.microsoft.com/office/drawing/2014/main" id="{361A2867-AD50-4FAB-8E90-4E52703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403" name="crop-L-8-KP5">
            <a:extLst xmlns:a="http://schemas.openxmlformats.org/drawingml/2006/main">
              <a:ext uri="{FF2B5EF4-FFF2-40B4-BE49-F238E27FC236}">
                <a16:creationId xmlns:a16="http://schemas.microsoft.com/office/drawing/2014/main" id="{3B46988B-5CFD-4345-B366-A444273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4" name="crop-R-8-KP5">
            <a:extLst xmlns:a="http://schemas.openxmlformats.org/drawingml/2006/main">
              <a:ext uri="{FF2B5EF4-FFF2-40B4-BE49-F238E27FC236}">
                <a16:creationId xmlns:a16="http://schemas.microsoft.com/office/drawing/2014/main" id="{B6423CB9-C9FE-44AA-898D-ED0C2B2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5" name="crop-T-8-KP5">
            <a:extLst xmlns:a="http://schemas.openxmlformats.org/drawingml/2006/main">
              <a:ext uri="{FF2B5EF4-FFF2-40B4-BE49-F238E27FC236}">
                <a16:creationId xmlns:a16="http://schemas.microsoft.com/office/drawing/2014/main" id="{0E5BCD15-8075-4E6A-A99D-9465B6E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6" name="crop-B-8-KP5">
            <a:extLst xmlns:a="http://schemas.openxmlformats.org/drawingml/2006/main">
              <a:ext uri="{FF2B5EF4-FFF2-40B4-BE49-F238E27FC236}">
                <a16:creationId xmlns:a16="http://schemas.microsoft.com/office/drawing/2014/main" id="{C41CC95E-2854-49F4-9375-68D58CA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07" name="set-9-KP6-black-border">
            <a:extLst xmlns:a="http://schemas.openxmlformats.org/drawingml/2006/main">
              <a:ext uri="{FF2B5EF4-FFF2-40B4-BE49-F238E27FC236}">
                <a16:creationId xmlns:a16="http://schemas.microsoft.com/office/drawing/2014/main" id="{416B142D-EA46-421A-B585-24DDB4A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745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08" name="set-9-KP6-color-band">
            <a:extLst xmlns:a="http://schemas.openxmlformats.org/drawingml/2006/main">
              <a:ext uri="{FF2B5EF4-FFF2-40B4-BE49-F238E27FC236}">
                <a16:creationId xmlns:a16="http://schemas.microsoft.com/office/drawing/2014/main" id="{D1B443F8-68E7-480E-B0B8-7009882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752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409" name="crop-L-8-KP6">
            <a:extLst xmlns:a="http://schemas.openxmlformats.org/drawingml/2006/main">
              <a:ext uri="{FF2B5EF4-FFF2-40B4-BE49-F238E27FC236}">
                <a16:creationId xmlns:a16="http://schemas.microsoft.com/office/drawing/2014/main" id="{D7BE5D29-2B95-4E56-8EAD-48472D39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0" name="crop-R-8-KP6">
            <a:extLst xmlns:a="http://schemas.openxmlformats.org/drawingml/2006/main">
              <a:ext uri="{FF2B5EF4-FFF2-40B4-BE49-F238E27FC236}">
                <a16:creationId xmlns:a16="http://schemas.microsoft.com/office/drawing/2014/main" id="{CDBAF12F-30B4-43CD-BC67-8EC40F9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5722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1" name="crop-T-8-KP6">
            <a:extLst xmlns:a="http://schemas.openxmlformats.org/drawingml/2006/main">
              <a:ext uri="{FF2B5EF4-FFF2-40B4-BE49-F238E27FC236}">
                <a16:creationId xmlns:a16="http://schemas.microsoft.com/office/drawing/2014/main" id="{1EFC4D24-24D4-4864-B6F3-7ED3F6A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5745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2" name="crop-B-8-KP6">
            <a:extLst xmlns:a="http://schemas.openxmlformats.org/drawingml/2006/main">
              <a:ext uri="{FF2B5EF4-FFF2-40B4-BE49-F238E27FC236}">
                <a16:creationId xmlns:a16="http://schemas.microsoft.com/office/drawing/2014/main" id="{6701580C-C9C4-45BE-BE73-E2FD8F8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578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3" name="set-label-10">
            <a:extLst xmlns:a="http://schemas.openxmlformats.org/drawingml/2006/main">
              <a:ext uri="{FF2B5EF4-FFF2-40B4-BE49-F238E27FC236}">
                <a16:creationId xmlns:a16="http://schemas.microsoft.com/office/drawing/2014/main" id="{D98C2118-E634-43E0-81BD-4746D13D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60732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10</a:t>
            </a:r>
          </a:p>
        </p:txBody>
      </p:sp>
      <p:sp>
        <p:nvSpPr>
          <p:cNvPr id="414" name="set-10-KP0-black-border">
            <a:extLst xmlns:a="http://schemas.openxmlformats.org/drawingml/2006/main">
              <a:ext uri="{FF2B5EF4-FFF2-40B4-BE49-F238E27FC236}">
                <a16:creationId xmlns:a16="http://schemas.microsoft.com/office/drawing/2014/main" id="{C4DC6141-CB77-40B7-9741-F82B91BC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15" name="set-10-KP0-color-band">
            <a:extLst xmlns:a="http://schemas.openxmlformats.org/drawingml/2006/main">
              <a:ext uri="{FF2B5EF4-FFF2-40B4-BE49-F238E27FC236}">
                <a16:creationId xmlns:a16="http://schemas.microsoft.com/office/drawing/2014/main" id="{A67A9B2D-8FBA-4EFD-B2D6-CAB29D2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416" name="crop-L-9-KP0">
            <a:extLst xmlns:a="http://schemas.openxmlformats.org/drawingml/2006/main">
              <a:ext uri="{FF2B5EF4-FFF2-40B4-BE49-F238E27FC236}">
                <a16:creationId xmlns:a16="http://schemas.microsoft.com/office/drawing/2014/main" id="{E2FE6758-E788-46C6-BF4C-A7FA3B3C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7" name="crop-R-9-KP0">
            <a:extLst xmlns:a="http://schemas.openxmlformats.org/drawingml/2006/main">
              <a:ext uri="{FF2B5EF4-FFF2-40B4-BE49-F238E27FC236}">
                <a16:creationId xmlns:a16="http://schemas.microsoft.com/office/drawing/2014/main" id="{E63B8C96-E71F-4CCF-A3C3-9A170568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8" name="crop-T-9-KP0">
            <a:extLst xmlns:a="http://schemas.openxmlformats.org/drawingml/2006/main">
              <a:ext uri="{FF2B5EF4-FFF2-40B4-BE49-F238E27FC236}">
                <a16:creationId xmlns:a16="http://schemas.microsoft.com/office/drawing/2014/main" id="{8226E054-8B42-40BA-9633-3E5ECA2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19" name="crop-B-9-KP0">
            <a:extLst xmlns:a="http://schemas.openxmlformats.org/drawingml/2006/main">
              <a:ext uri="{FF2B5EF4-FFF2-40B4-BE49-F238E27FC236}">
                <a16:creationId xmlns:a16="http://schemas.microsoft.com/office/drawing/2014/main" id="{E569FBFE-5A39-49AC-B91A-0E86105E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0" name="set-10-KP1-black-border">
            <a:extLst xmlns:a="http://schemas.openxmlformats.org/drawingml/2006/main">
              <a:ext uri="{FF2B5EF4-FFF2-40B4-BE49-F238E27FC236}">
                <a16:creationId xmlns:a16="http://schemas.microsoft.com/office/drawing/2014/main" id="{977529B2-FDC7-4D51-ABA3-6ABCFA3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21" name="set-10-KP1-color-band">
            <a:extLst xmlns:a="http://schemas.openxmlformats.org/drawingml/2006/main">
              <a:ext uri="{FF2B5EF4-FFF2-40B4-BE49-F238E27FC236}">
                <a16:creationId xmlns:a16="http://schemas.microsoft.com/office/drawing/2014/main" id="{093412FB-5977-4B51-AF68-F8335E8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422" name="crop-L-9-KP1">
            <a:extLst xmlns:a="http://schemas.openxmlformats.org/drawingml/2006/main">
              <a:ext uri="{FF2B5EF4-FFF2-40B4-BE49-F238E27FC236}">
                <a16:creationId xmlns:a16="http://schemas.microsoft.com/office/drawing/2014/main" id="{F43CEF1F-960E-4AEE-A45C-5F39075B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3" name="crop-R-9-KP1">
            <a:extLst xmlns:a="http://schemas.openxmlformats.org/drawingml/2006/main">
              <a:ext uri="{FF2B5EF4-FFF2-40B4-BE49-F238E27FC236}">
                <a16:creationId xmlns:a16="http://schemas.microsoft.com/office/drawing/2014/main" id="{44A4ACB1-480E-45E6-92CF-99D59C7E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4" name="crop-T-9-KP1">
            <a:extLst xmlns:a="http://schemas.openxmlformats.org/drawingml/2006/main">
              <a:ext uri="{FF2B5EF4-FFF2-40B4-BE49-F238E27FC236}">
                <a16:creationId xmlns:a16="http://schemas.microsoft.com/office/drawing/2014/main" id="{127C26CC-2CFD-4478-81B1-2A61AA8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5" name="crop-B-9-KP1">
            <a:extLst xmlns:a="http://schemas.openxmlformats.org/drawingml/2006/main">
              <a:ext uri="{FF2B5EF4-FFF2-40B4-BE49-F238E27FC236}">
                <a16:creationId xmlns:a16="http://schemas.microsoft.com/office/drawing/2014/main" id="{1EE4FCF8-7ECF-4FD3-8DE7-EEECC43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6" name="set-10-KP2-black-border">
            <a:extLst xmlns:a="http://schemas.openxmlformats.org/drawingml/2006/main">
              <a:ext uri="{FF2B5EF4-FFF2-40B4-BE49-F238E27FC236}">
                <a16:creationId xmlns:a16="http://schemas.microsoft.com/office/drawing/2014/main" id="{0992A5D7-A530-4436-A14D-10C92A4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27" name="set-10-KP2-color-band">
            <a:extLst xmlns:a="http://schemas.openxmlformats.org/drawingml/2006/main">
              <a:ext uri="{FF2B5EF4-FFF2-40B4-BE49-F238E27FC236}">
                <a16:creationId xmlns:a16="http://schemas.microsoft.com/office/drawing/2014/main" id="{7B91A418-CDF5-4574-B872-20C2E662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428" name="crop-L-9-KP2">
            <a:extLst xmlns:a="http://schemas.openxmlformats.org/drawingml/2006/main">
              <a:ext uri="{FF2B5EF4-FFF2-40B4-BE49-F238E27FC236}">
                <a16:creationId xmlns:a16="http://schemas.microsoft.com/office/drawing/2014/main" id="{7362BAD6-005C-4654-AE48-376CF9A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29" name="crop-R-9-KP2">
            <a:extLst xmlns:a="http://schemas.openxmlformats.org/drawingml/2006/main">
              <a:ext uri="{FF2B5EF4-FFF2-40B4-BE49-F238E27FC236}">
                <a16:creationId xmlns:a16="http://schemas.microsoft.com/office/drawing/2014/main" id="{7C683850-A483-488C-A27F-1D6CBC7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0" name="crop-T-9-KP2">
            <a:extLst xmlns:a="http://schemas.openxmlformats.org/drawingml/2006/main">
              <a:ext uri="{FF2B5EF4-FFF2-40B4-BE49-F238E27FC236}">
                <a16:creationId xmlns:a16="http://schemas.microsoft.com/office/drawing/2014/main" id="{7D93DD8C-C153-44D9-9591-9EECA8C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1" name="crop-B-9-KP2">
            <a:extLst xmlns:a="http://schemas.openxmlformats.org/drawingml/2006/main">
              <a:ext uri="{FF2B5EF4-FFF2-40B4-BE49-F238E27FC236}">
                <a16:creationId xmlns:a16="http://schemas.microsoft.com/office/drawing/2014/main" id="{CA56963A-AF8A-45F8-B0E7-D2D909C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2" name="set-10-KP3-black-border">
            <a:extLst xmlns:a="http://schemas.openxmlformats.org/drawingml/2006/main">
              <a:ext uri="{FF2B5EF4-FFF2-40B4-BE49-F238E27FC236}">
                <a16:creationId xmlns:a16="http://schemas.microsoft.com/office/drawing/2014/main" id="{5E8B9569-DF0E-4FA2-BD63-BCE30FA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33" name="set-10-KP3-color-band">
            <a:extLst xmlns:a="http://schemas.openxmlformats.org/drawingml/2006/main">
              <a:ext uri="{FF2B5EF4-FFF2-40B4-BE49-F238E27FC236}">
                <a16:creationId xmlns:a16="http://schemas.microsoft.com/office/drawing/2014/main" id="{C0F91693-89BA-459F-B45B-7FD2CBB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434" name="crop-L-9-KP3">
            <a:extLst xmlns:a="http://schemas.openxmlformats.org/drawingml/2006/main">
              <a:ext uri="{FF2B5EF4-FFF2-40B4-BE49-F238E27FC236}">
                <a16:creationId xmlns:a16="http://schemas.microsoft.com/office/drawing/2014/main" id="{A9AA928C-C03C-45A6-923D-E75DDD1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5" name="crop-R-9-KP3">
            <a:extLst xmlns:a="http://schemas.openxmlformats.org/drawingml/2006/main">
              <a:ext uri="{FF2B5EF4-FFF2-40B4-BE49-F238E27FC236}">
                <a16:creationId xmlns:a16="http://schemas.microsoft.com/office/drawing/2014/main" id="{49E658C6-E9BE-4D74-AE5E-85E5ADF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6" name="crop-T-9-KP3">
            <a:extLst xmlns:a="http://schemas.openxmlformats.org/drawingml/2006/main">
              <a:ext uri="{FF2B5EF4-FFF2-40B4-BE49-F238E27FC236}">
                <a16:creationId xmlns:a16="http://schemas.microsoft.com/office/drawing/2014/main" id="{43A57CF5-A4BA-4E7F-9F32-293066C9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7" name="crop-B-9-KP3">
            <a:extLst xmlns:a="http://schemas.openxmlformats.org/drawingml/2006/main">
              <a:ext uri="{FF2B5EF4-FFF2-40B4-BE49-F238E27FC236}">
                <a16:creationId xmlns:a16="http://schemas.microsoft.com/office/drawing/2014/main" id="{35D97562-C3F2-41E0-9D98-6FEAB799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38" name="set-10-KP4-black-border">
            <a:extLst xmlns:a="http://schemas.openxmlformats.org/drawingml/2006/main">
              <a:ext uri="{FF2B5EF4-FFF2-40B4-BE49-F238E27FC236}">
                <a16:creationId xmlns:a16="http://schemas.microsoft.com/office/drawing/2014/main" id="{8AD00317-C447-4A85-8BEF-5C442423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39" name="set-10-KP4-color-band">
            <a:extLst xmlns:a="http://schemas.openxmlformats.org/drawingml/2006/main">
              <a:ext uri="{FF2B5EF4-FFF2-40B4-BE49-F238E27FC236}">
                <a16:creationId xmlns:a16="http://schemas.microsoft.com/office/drawing/2014/main" id="{7098D1E4-E543-45E4-BDDE-1BF294B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440" name="crop-L-9-KP4">
            <a:extLst xmlns:a="http://schemas.openxmlformats.org/drawingml/2006/main">
              <a:ext uri="{FF2B5EF4-FFF2-40B4-BE49-F238E27FC236}">
                <a16:creationId xmlns:a16="http://schemas.microsoft.com/office/drawing/2014/main" id="{8EFC93DE-3F25-459E-A8FC-80421C1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1" name="crop-R-9-KP4">
            <a:extLst xmlns:a="http://schemas.openxmlformats.org/drawingml/2006/main">
              <a:ext uri="{FF2B5EF4-FFF2-40B4-BE49-F238E27FC236}">
                <a16:creationId xmlns:a16="http://schemas.microsoft.com/office/drawing/2014/main" id="{A7FED3F6-3084-43BB-8C9A-8A983EB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2" name="crop-T-9-KP4">
            <a:extLst xmlns:a="http://schemas.openxmlformats.org/drawingml/2006/main">
              <a:ext uri="{FF2B5EF4-FFF2-40B4-BE49-F238E27FC236}">
                <a16:creationId xmlns:a16="http://schemas.microsoft.com/office/drawing/2014/main" id="{C9BC4CD7-4C3A-405F-87DC-2A6081E5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3" name="crop-B-9-KP4">
            <a:extLst xmlns:a="http://schemas.openxmlformats.org/drawingml/2006/main">
              <a:ext uri="{FF2B5EF4-FFF2-40B4-BE49-F238E27FC236}">
                <a16:creationId xmlns:a16="http://schemas.microsoft.com/office/drawing/2014/main" id="{F310A671-E0A0-48FA-A40B-F534947C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4" name="set-10-KP5-black-border">
            <a:extLst xmlns:a="http://schemas.openxmlformats.org/drawingml/2006/main">
              <a:ext uri="{FF2B5EF4-FFF2-40B4-BE49-F238E27FC236}">
                <a16:creationId xmlns:a16="http://schemas.microsoft.com/office/drawing/2014/main" id="{5F38D3CA-4D00-4513-896A-835C065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45" name="set-10-KP5-color-band">
            <a:extLst xmlns:a="http://schemas.openxmlformats.org/drawingml/2006/main">
              <a:ext uri="{FF2B5EF4-FFF2-40B4-BE49-F238E27FC236}">
                <a16:creationId xmlns:a16="http://schemas.microsoft.com/office/drawing/2014/main" id="{8336EA3E-E609-44E4-89E5-D031DCF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446" name="crop-L-9-KP5">
            <a:extLst xmlns:a="http://schemas.openxmlformats.org/drawingml/2006/main">
              <a:ext uri="{FF2B5EF4-FFF2-40B4-BE49-F238E27FC236}">
                <a16:creationId xmlns:a16="http://schemas.microsoft.com/office/drawing/2014/main" id="{CF686D56-94C0-4B16-8929-B3FC5CA8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7" name="crop-R-9-KP5">
            <a:extLst xmlns:a="http://schemas.openxmlformats.org/drawingml/2006/main">
              <a:ext uri="{FF2B5EF4-FFF2-40B4-BE49-F238E27FC236}">
                <a16:creationId xmlns:a16="http://schemas.microsoft.com/office/drawing/2014/main" id="{8C0B6EF4-D9F6-407F-AC2F-713608B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8" name="crop-T-9-KP5">
            <a:extLst xmlns:a="http://schemas.openxmlformats.org/drawingml/2006/main">
              <a:ext uri="{FF2B5EF4-FFF2-40B4-BE49-F238E27FC236}">
                <a16:creationId xmlns:a16="http://schemas.microsoft.com/office/drawing/2014/main" id="{B64B2143-433E-4FB7-AE7F-BD5150F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49" name="crop-B-9-KP5">
            <a:extLst xmlns:a="http://schemas.openxmlformats.org/drawingml/2006/main">
              <a:ext uri="{FF2B5EF4-FFF2-40B4-BE49-F238E27FC236}">
                <a16:creationId xmlns:a16="http://schemas.microsoft.com/office/drawing/2014/main" id="{84C2D6EC-93A6-4ED9-BA23-B01B5EA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0" name="set-10-KP6-black-border">
            <a:extLst xmlns:a="http://schemas.openxmlformats.org/drawingml/2006/main">
              <a:ext uri="{FF2B5EF4-FFF2-40B4-BE49-F238E27FC236}">
                <a16:creationId xmlns:a16="http://schemas.microsoft.com/office/drawing/2014/main" id="{F0C53C63-CB2C-4FEF-ADB0-D32D37FB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148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51" name="set-10-KP6-color-band">
            <a:extLst xmlns:a="http://schemas.openxmlformats.org/drawingml/2006/main">
              <a:ext uri="{FF2B5EF4-FFF2-40B4-BE49-F238E27FC236}">
                <a16:creationId xmlns:a16="http://schemas.microsoft.com/office/drawing/2014/main" id="{418A3618-AB6D-4F70-849A-6A8548D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156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452" name="crop-L-9-KP6">
            <a:extLst xmlns:a="http://schemas.openxmlformats.org/drawingml/2006/main">
              <a:ext uri="{FF2B5EF4-FFF2-40B4-BE49-F238E27FC236}">
                <a16:creationId xmlns:a16="http://schemas.microsoft.com/office/drawing/2014/main" id="{9F7BA288-6AE7-42AA-8A1A-32AFEC8F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3" name="crop-R-9-KP6">
            <a:extLst xmlns:a="http://schemas.openxmlformats.org/drawingml/2006/main">
              <a:ext uri="{FF2B5EF4-FFF2-40B4-BE49-F238E27FC236}">
                <a16:creationId xmlns:a16="http://schemas.microsoft.com/office/drawing/2014/main" id="{773D087C-E421-469F-A7FA-DE28647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6125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4" name="crop-T-9-KP6">
            <a:extLst xmlns:a="http://schemas.openxmlformats.org/drawingml/2006/main">
              <a:ext uri="{FF2B5EF4-FFF2-40B4-BE49-F238E27FC236}">
                <a16:creationId xmlns:a16="http://schemas.microsoft.com/office/drawing/2014/main" id="{71B6E53A-AC90-4B56-A4DF-406E2A5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148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5" name="crop-B-9-KP6">
            <a:extLst xmlns:a="http://schemas.openxmlformats.org/drawingml/2006/main">
              <a:ext uri="{FF2B5EF4-FFF2-40B4-BE49-F238E27FC236}">
                <a16:creationId xmlns:a16="http://schemas.microsoft.com/office/drawing/2014/main" id="{CD73D00F-C1D7-4531-A459-3BA62665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19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56" name="set-label-11">
            <a:extLst xmlns:a="http://schemas.openxmlformats.org/drawingml/2006/main">
              <a:ext uri="{FF2B5EF4-FFF2-40B4-BE49-F238E27FC236}">
                <a16:creationId xmlns:a16="http://schemas.microsoft.com/office/drawing/2014/main" id="{D26A34F2-E995-4C46-94B3-4634514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64764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11</a:t>
            </a:r>
          </a:p>
        </p:txBody>
      </p:sp>
      <p:sp>
        <p:nvSpPr>
          <p:cNvPr id="457" name="set-11-KP0-black-border">
            <a:extLst xmlns:a="http://schemas.openxmlformats.org/drawingml/2006/main">
              <a:ext uri="{FF2B5EF4-FFF2-40B4-BE49-F238E27FC236}">
                <a16:creationId xmlns:a16="http://schemas.microsoft.com/office/drawing/2014/main" id="{58E70628-0453-4168-879E-E6F5E53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58" name="set-11-KP0-color-band">
            <a:extLst xmlns:a="http://schemas.openxmlformats.org/drawingml/2006/main">
              <a:ext uri="{FF2B5EF4-FFF2-40B4-BE49-F238E27FC236}">
                <a16:creationId xmlns:a16="http://schemas.microsoft.com/office/drawing/2014/main" id="{E086B20B-C106-4802-B7F2-2831639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459" name="crop-L-10-KP0">
            <a:extLst xmlns:a="http://schemas.openxmlformats.org/drawingml/2006/main">
              <a:ext uri="{FF2B5EF4-FFF2-40B4-BE49-F238E27FC236}">
                <a16:creationId xmlns:a16="http://schemas.microsoft.com/office/drawing/2014/main" id="{567BB3E5-C1EA-43CE-935D-DF7E17F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0" name="crop-R-10-KP0">
            <a:extLst xmlns:a="http://schemas.openxmlformats.org/drawingml/2006/main">
              <a:ext uri="{FF2B5EF4-FFF2-40B4-BE49-F238E27FC236}">
                <a16:creationId xmlns:a16="http://schemas.microsoft.com/office/drawing/2014/main" id="{2A599E41-7181-4994-BB0A-2B62484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1" name="crop-T-10-KP0">
            <a:extLst xmlns:a="http://schemas.openxmlformats.org/drawingml/2006/main">
              <a:ext uri="{FF2B5EF4-FFF2-40B4-BE49-F238E27FC236}">
                <a16:creationId xmlns:a16="http://schemas.microsoft.com/office/drawing/2014/main" id="{12163971-9609-437F-9EC5-FDC6E593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2" name="crop-B-10-KP0">
            <a:extLst xmlns:a="http://schemas.openxmlformats.org/drawingml/2006/main">
              <a:ext uri="{FF2B5EF4-FFF2-40B4-BE49-F238E27FC236}">
                <a16:creationId xmlns:a16="http://schemas.microsoft.com/office/drawing/2014/main" id="{593D6BAC-F870-43A0-925B-BFB8E540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3" name="set-11-KP1-black-border">
            <a:extLst xmlns:a="http://schemas.openxmlformats.org/drawingml/2006/main">
              <a:ext uri="{FF2B5EF4-FFF2-40B4-BE49-F238E27FC236}">
                <a16:creationId xmlns:a16="http://schemas.microsoft.com/office/drawing/2014/main" id="{CD60B038-B791-46C9-8D0F-AF4D5E0A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64" name="set-11-KP1-color-band">
            <a:extLst xmlns:a="http://schemas.openxmlformats.org/drawingml/2006/main">
              <a:ext uri="{FF2B5EF4-FFF2-40B4-BE49-F238E27FC236}">
                <a16:creationId xmlns:a16="http://schemas.microsoft.com/office/drawing/2014/main" id="{DC7B9E65-98D9-4E17-9698-C4527B7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465" name="crop-L-10-KP1">
            <a:extLst xmlns:a="http://schemas.openxmlformats.org/drawingml/2006/main">
              <a:ext uri="{FF2B5EF4-FFF2-40B4-BE49-F238E27FC236}">
                <a16:creationId xmlns:a16="http://schemas.microsoft.com/office/drawing/2014/main" id="{048431EF-5C6E-4122-A2EC-4DEE731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6" name="crop-R-10-KP1">
            <a:extLst xmlns:a="http://schemas.openxmlformats.org/drawingml/2006/main">
              <a:ext uri="{FF2B5EF4-FFF2-40B4-BE49-F238E27FC236}">
                <a16:creationId xmlns:a16="http://schemas.microsoft.com/office/drawing/2014/main" id="{B201B14D-8B30-4F51-BCCB-F847C78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7" name="crop-T-10-KP1">
            <a:extLst xmlns:a="http://schemas.openxmlformats.org/drawingml/2006/main">
              <a:ext uri="{FF2B5EF4-FFF2-40B4-BE49-F238E27FC236}">
                <a16:creationId xmlns:a16="http://schemas.microsoft.com/office/drawing/2014/main" id="{B8F6A30E-66E2-4751-951F-C9ECE27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8" name="crop-B-10-KP1">
            <a:extLst xmlns:a="http://schemas.openxmlformats.org/drawingml/2006/main">
              <a:ext uri="{FF2B5EF4-FFF2-40B4-BE49-F238E27FC236}">
                <a16:creationId xmlns:a16="http://schemas.microsoft.com/office/drawing/2014/main" id="{39B47A0C-9BCC-439B-B276-E252ACC4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69" name="set-11-KP2-black-border">
            <a:extLst xmlns:a="http://schemas.openxmlformats.org/drawingml/2006/main">
              <a:ext uri="{FF2B5EF4-FFF2-40B4-BE49-F238E27FC236}">
                <a16:creationId xmlns:a16="http://schemas.microsoft.com/office/drawing/2014/main" id="{F32FEE46-62DE-4F9B-82CB-EA80ED44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70" name="set-11-KP2-color-band">
            <a:extLst xmlns:a="http://schemas.openxmlformats.org/drawingml/2006/main">
              <a:ext uri="{FF2B5EF4-FFF2-40B4-BE49-F238E27FC236}">
                <a16:creationId xmlns:a16="http://schemas.microsoft.com/office/drawing/2014/main" id="{4AAF2F87-5D44-45E3-A3AE-761B888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471" name="crop-L-10-KP2">
            <a:extLst xmlns:a="http://schemas.openxmlformats.org/drawingml/2006/main">
              <a:ext uri="{FF2B5EF4-FFF2-40B4-BE49-F238E27FC236}">
                <a16:creationId xmlns:a16="http://schemas.microsoft.com/office/drawing/2014/main" id="{E8D93DFB-ADFF-47CD-93C7-6434DB01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2" name="crop-R-10-KP2">
            <a:extLst xmlns:a="http://schemas.openxmlformats.org/drawingml/2006/main">
              <a:ext uri="{FF2B5EF4-FFF2-40B4-BE49-F238E27FC236}">
                <a16:creationId xmlns:a16="http://schemas.microsoft.com/office/drawing/2014/main" id="{C59F45A5-6EB0-43A1-87E9-C915924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3" name="crop-T-10-KP2">
            <a:extLst xmlns:a="http://schemas.openxmlformats.org/drawingml/2006/main">
              <a:ext uri="{FF2B5EF4-FFF2-40B4-BE49-F238E27FC236}">
                <a16:creationId xmlns:a16="http://schemas.microsoft.com/office/drawing/2014/main" id="{A0E5996A-4777-4CD9-AA5E-9E373CC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4" name="crop-B-10-KP2">
            <a:extLst xmlns:a="http://schemas.openxmlformats.org/drawingml/2006/main">
              <a:ext uri="{FF2B5EF4-FFF2-40B4-BE49-F238E27FC236}">
                <a16:creationId xmlns:a16="http://schemas.microsoft.com/office/drawing/2014/main" id="{B7549261-8750-4F58-A7C4-5764E87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5" name="set-11-KP3-black-border">
            <a:extLst xmlns:a="http://schemas.openxmlformats.org/drawingml/2006/main">
              <a:ext uri="{FF2B5EF4-FFF2-40B4-BE49-F238E27FC236}">
                <a16:creationId xmlns:a16="http://schemas.microsoft.com/office/drawing/2014/main" id="{FF41BFC9-8CC4-40F5-B2BA-09F9CCE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76" name="set-11-KP3-color-band">
            <a:extLst xmlns:a="http://schemas.openxmlformats.org/drawingml/2006/main">
              <a:ext uri="{FF2B5EF4-FFF2-40B4-BE49-F238E27FC236}">
                <a16:creationId xmlns:a16="http://schemas.microsoft.com/office/drawing/2014/main" id="{FDE01DCF-B40D-4065-A6A0-2181835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477" name="crop-L-10-KP3">
            <a:extLst xmlns:a="http://schemas.openxmlformats.org/drawingml/2006/main">
              <a:ext uri="{FF2B5EF4-FFF2-40B4-BE49-F238E27FC236}">
                <a16:creationId xmlns:a16="http://schemas.microsoft.com/office/drawing/2014/main" id="{96AB148C-6778-4AE0-9B79-73E3612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8" name="crop-R-10-KP3">
            <a:extLst xmlns:a="http://schemas.openxmlformats.org/drawingml/2006/main">
              <a:ext uri="{FF2B5EF4-FFF2-40B4-BE49-F238E27FC236}">
                <a16:creationId xmlns:a16="http://schemas.microsoft.com/office/drawing/2014/main" id="{A8EDE2A8-37DC-459A-A2D5-89821CC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79" name="crop-T-10-KP3">
            <a:extLst xmlns:a="http://schemas.openxmlformats.org/drawingml/2006/main">
              <a:ext uri="{FF2B5EF4-FFF2-40B4-BE49-F238E27FC236}">
                <a16:creationId xmlns:a16="http://schemas.microsoft.com/office/drawing/2014/main" id="{5A897F57-06FE-452C-8CA8-84F1DB22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0" name="crop-B-10-KP3">
            <a:extLst xmlns:a="http://schemas.openxmlformats.org/drawingml/2006/main">
              <a:ext uri="{FF2B5EF4-FFF2-40B4-BE49-F238E27FC236}">
                <a16:creationId xmlns:a16="http://schemas.microsoft.com/office/drawing/2014/main" id="{0895F062-2DFE-43BA-88D9-95FC594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1" name="set-11-KP4-black-border">
            <a:extLst xmlns:a="http://schemas.openxmlformats.org/drawingml/2006/main">
              <a:ext uri="{FF2B5EF4-FFF2-40B4-BE49-F238E27FC236}">
                <a16:creationId xmlns:a16="http://schemas.microsoft.com/office/drawing/2014/main" id="{01E1423A-7A47-4F4C-B3D7-2B2405C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82" name="set-11-KP4-color-band">
            <a:extLst xmlns:a="http://schemas.openxmlformats.org/drawingml/2006/main">
              <a:ext uri="{FF2B5EF4-FFF2-40B4-BE49-F238E27FC236}">
                <a16:creationId xmlns:a16="http://schemas.microsoft.com/office/drawing/2014/main" id="{075A8085-DB0E-4466-AB1B-2821A73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483" name="crop-L-10-KP4">
            <a:extLst xmlns:a="http://schemas.openxmlformats.org/drawingml/2006/main">
              <a:ext uri="{FF2B5EF4-FFF2-40B4-BE49-F238E27FC236}">
                <a16:creationId xmlns:a16="http://schemas.microsoft.com/office/drawing/2014/main" id="{1D27C917-1905-4153-88EE-90B831F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4" name="crop-R-10-KP4">
            <a:extLst xmlns:a="http://schemas.openxmlformats.org/drawingml/2006/main">
              <a:ext uri="{FF2B5EF4-FFF2-40B4-BE49-F238E27FC236}">
                <a16:creationId xmlns:a16="http://schemas.microsoft.com/office/drawing/2014/main" id="{DE22DA67-4E56-4E1F-9BA7-E9E1F063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5" name="crop-T-10-KP4">
            <a:extLst xmlns:a="http://schemas.openxmlformats.org/drawingml/2006/main">
              <a:ext uri="{FF2B5EF4-FFF2-40B4-BE49-F238E27FC236}">
                <a16:creationId xmlns:a16="http://schemas.microsoft.com/office/drawing/2014/main" id="{94607E41-B214-4CD0-94A8-08E2853D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6" name="crop-B-10-KP4">
            <a:extLst xmlns:a="http://schemas.openxmlformats.org/drawingml/2006/main">
              <a:ext uri="{FF2B5EF4-FFF2-40B4-BE49-F238E27FC236}">
                <a16:creationId xmlns:a16="http://schemas.microsoft.com/office/drawing/2014/main" id="{776B1200-B9F5-4E08-9873-99C7BCE9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87" name="set-11-KP5-black-border">
            <a:extLst xmlns:a="http://schemas.openxmlformats.org/drawingml/2006/main">
              <a:ext uri="{FF2B5EF4-FFF2-40B4-BE49-F238E27FC236}">
                <a16:creationId xmlns:a16="http://schemas.microsoft.com/office/drawing/2014/main" id="{07164760-D98D-4D78-9220-C09DF5F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88" name="set-11-KP5-color-band">
            <a:extLst xmlns:a="http://schemas.openxmlformats.org/drawingml/2006/main">
              <a:ext uri="{FF2B5EF4-FFF2-40B4-BE49-F238E27FC236}">
                <a16:creationId xmlns:a16="http://schemas.microsoft.com/office/drawing/2014/main" id="{12ED2A98-BFC0-41DA-8E4B-F2CE8E09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489" name="crop-L-10-KP5">
            <a:extLst xmlns:a="http://schemas.openxmlformats.org/drawingml/2006/main">
              <a:ext uri="{FF2B5EF4-FFF2-40B4-BE49-F238E27FC236}">
                <a16:creationId xmlns:a16="http://schemas.microsoft.com/office/drawing/2014/main" id="{20AA56D6-CDC4-48EB-BB95-79DF75B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0" name="crop-R-10-KP5">
            <a:extLst xmlns:a="http://schemas.openxmlformats.org/drawingml/2006/main">
              <a:ext uri="{FF2B5EF4-FFF2-40B4-BE49-F238E27FC236}">
                <a16:creationId xmlns:a16="http://schemas.microsoft.com/office/drawing/2014/main" id="{9FBAF3B1-23E3-415A-B314-D613A22E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1" name="crop-T-10-KP5">
            <a:extLst xmlns:a="http://schemas.openxmlformats.org/drawingml/2006/main">
              <a:ext uri="{FF2B5EF4-FFF2-40B4-BE49-F238E27FC236}">
                <a16:creationId xmlns:a16="http://schemas.microsoft.com/office/drawing/2014/main" id="{C7B614B7-AE07-4848-AAC0-05DDA5A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2" name="crop-B-10-KP5">
            <a:extLst xmlns:a="http://schemas.openxmlformats.org/drawingml/2006/main">
              <a:ext uri="{FF2B5EF4-FFF2-40B4-BE49-F238E27FC236}">
                <a16:creationId xmlns:a16="http://schemas.microsoft.com/office/drawing/2014/main" id="{EDAC622A-4CB3-414A-88FC-78DE1CD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3" name="set-11-KP6-black-border">
            <a:extLst xmlns:a="http://schemas.openxmlformats.org/drawingml/2006/main">
              <a:ext uri="{FF2B5EF4-FFF2-40B4-BE49-F238E27FC236}">
                <a16:creationId xmlns:a16="http://schemas.microsoft.com/office/drawing/2014/main" id="{FC3DBB22-5091-420D-87BB-B18B2AE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552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494" name="set-11-KP6-color-band">
            <a:extLst xmlns:a="http://schemas.openxmlformats.org/drawingml/2006/main">
              <a:ext uri="{FF2B5EF4-FFF2-40B4-BE49-F238E27FC236}">
                <a16:creationId xmlns:a16="http://schemas.microsoft.com/office/drawing/2014/main" id="{9960103F-D16A-4A72-AD58-65C765F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559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495" name="crop-L-10-KP6">
            <a:extLst xmlns:a="http://schemas.openxmlformats.org/drawingml/2006/main">
              <a:ext uri="{FF2B5EF4-FFF2-40B4-BE49-F238E27FC236}">
                <a16:creationId xmlns:a16="http://schemas.microsoft.com/office/drawing/2014/main" id="{BD9EA7E3-6E7E-42C3-86CB-0CDA9F3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6" name="crop-R-10-KP6">
            <a:extLst xmlns:a="http://schemas.openxmlformats.org/drawingml/2006/main">
              <a:ext uri="{FF2B5EF4-FFF2-40B4-BE49-F238E27FC236}">
                <a16:creationId xmlns:a16="http://schemas.microsoft.com/office/drawing/2014/main" id="{1921B97A-EF3E-4436-8325-A9E13E22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6528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7" name="crop-T-10-KP6">
            <a:extLst xmlns:a="http://schemas.openxmlformats.org/drawingml/2006/main">
              <a:ext uri="{FF2B5EF4-FFF2-40B4-BE49-F238E27FC236}">
                <a16:creationId xmlns:a16="http://schemas.microsoft.com/office/drawing/2014/main" id="{DC9315B2-AEC7-464E-B879-DCA6FB9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552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8" name="crop-B-10-KP6">
            <a:extLst xmlns:a="http://schemas.openxmlformats.org/drawingml/2006/main">
              <a:ext uri="{FF2B5EF4-FFF2-40B4-BE49-F238E27FC236}">
                <a16:creationId xmlns:a16="http://schemas.microsoft.com/office/drawing/2014/main" id="{5DCAAF8F-CEE2-4570-9568-EF11886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59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499" name="set-label-12">
            <a:extLst xmlns:a="http://schemas.openxmlformats.org/drawingml/2006/main">
              <a:ext uri="{FF2B5EF4-FFF2-40B4-BE49-F238E27FC236}">
                <a16:creationId xmlns:a16="http://schemas.microsoft.com/office/drawing/2014/main" id="{30EF2E78-FB45-4B9D-B3F0-A4AD3201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68796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12</a:t>
            </a:r>
          </a:p>
        </p:txBody>
      </p:sp>
      <p:sp>
        <p:nvSpPr>
          <p:cNvPr id="500" name="set-12-KP0-black-border">
            <a:extLst xmlns:a="http://schemas.openxmlformats.org/drawingml/2006/main">
              <a:ext uri="{FF2B5EF4-FFF2-40B4-BE49-F238E27FC236}">
                <a16:creationId xmlns:a16="http://schemas.microsoft.com/office/drawing/2014/main" id="{5C5CF9B5-9EB5-4313-9B79-2194F3A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01" name="set-12-KP0-color-band">
            <a:extLst xmlns:a="http://schemas.openxmlformats.org/drawingml/2006/main">
              <a:ext uri="{FF2B5EF4-FFF2-40B4-BE49-F238E27FC236}">
                <a16:creationId xmlns:a16="http://schemas.microsoft.com/office/drawing/2014/main" id="{D2FAA90F-F53D-4A84-AEC8-270B817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502" name="crop-L-11-KP0">
            <a:extLst xmlns:a="http://schemas.openxmlformats.org/drawingml/2006/main">
              <a:ext uri="{FF2B5EF4-FFF2-40B4-BE49-F238E27FC236}">
                <a16:creationId xmlns:a16="http://schemas.microsoft.com/office/drawing/2014/main" id="{E40B29FB-839F-4F62-A288-634907E1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3" name="crop-R-11-KP0">
            <a:extLst xmlns:a="http://schemas.openxmlformats.org/drawingml/2006/main">
              <a:ext uri="{FF2B5EF4-FFF2-40B4-BE49-F238E27FC236}">
                <a16:creationId xmlns:a16="http://schemas.microsoft.com/office/drawing/2014/main" id="{5F4EB926-1769-4479-B48D-C59A32C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4" name="crop-T-11-KP0">
            <a:extLst xmlns:a="http://schemas.openxmlformats.org/drawingml/2006/main">
              <a:ext uri="{FF2B5EF4-FFF2-40B4-BE49-F238E27FC236}">
                <a16:creationId xmlns:a16="http://schemas.microsoft.com/office/drawing/2014/main" id="{D68C75ED-33DC-428C-880C-D6CB4201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5" name="crop-B-11-KP0">
            <a:extLst xmlns:a="http://schemas.openxmlformats.org/drawingml/2006/main">
              <a:ext uri="{FF2B5EF4-FFF2-40B4-BE49-F238E27FC236}">
                <a16:creationId xmlns:a16="http://schemas.microsoft.com/office/drawing/2014/main" id="{AFD30B7E-FFB2-4A0E-99F4-18F8067F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6" name="set-12-KP1-black-border">
            <a:extLst xmlns:a="http://schemas.openxmlformats.org/drawingml/2006/main">
              <a:ext uri="{FF2B5EF4-FFF2-40B4-BE49-F238E27FC236}">
                <a16:creationId xmlns:a16="http://schemas.microsoft.com/office/drawing/2014/main" id="{555A289E-EC3C-401B-9F0C-E0A0103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07" name="set-12-KP1-color-band">
            <a:extLst xmlns:a="http://schemas.openxmlformats.org/drawingml/2006/main">
              <a:ext uri="{FF2B5EF4-FFF2-40B4-BE49-F238E27FC236}">
                <a16:creationId xmlns:a16="http://schemas.microsoft.com/office/drawing/2014/main" id="{A5F62507-4A13-4928-8EFD-EA1E3B3F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508" name="crop-L-11-KP1">
            <a:extLst xmlns:a="http://schemas.openxmlformats.org/drawingml/2006/main">
              <a:ext uri="{FF2B5EF4-FFF2-40B4-BE49-F238E27FC236}">
                <a16:creationId xmlns:a16="http://schemas.microsoft.com/office/drawing/2014/main" id="{464D4C43-263F-4CE3-8EDB-CEBC6814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09" name="crop-R-11-KP1">
            <a:extLst xmlns:a="http://schemas.openxmlformats.org/drawingml/2006/main">
              <a:ext uri="{FF2B5EF4-FFF2-40B4-BE49-F238E27FC236}">
                <a16:creationId xmlns:a16="http://schemas.microsoft.com/office/drawing/2014/main" id="{8FD3115B-FD30-43F6-AEF0-33D00E23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0" name="crop-T-11-KP1">
            <a:extLst xmlns:a="http://schemas.openxmlformats.org/drawingml/2006/main">
              <a:ext uri="{FF2B5EF4-FFF2-40B4-BE49-F238E27FC236}">
                <a16:creationId xmlns:a16="http://schemas.microsoft.com/office/drawing/2014/main" id="{6A79E574-57BA-48A8-A1D4-D53E531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1" name="crop-B-11-KP1">
            <a:extLst xmlns:a="http://schemas.openxmlformats.org/drawingml/2006/main">
              <a:ext uri="{FF2B5EF4-FFF2-40B4-BE49-F238E27FC236}">
                <a16:creationId xmlns:a16="http://schemas.microsoft.com/office/drawing/2014/main" id="{E0E53C98-4A25-4FBC-9955-11A381F2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2" name="set-12-KP2-black-border">
            <a:extLst xmlns:a="http://schemas.openxmlformats.org/drawingml/2006/main">
              <a:ext uri="{FF2B5EF4-FFF2-40B4-BE49-F238E27FC236}">
                <a16:creationId xmlns:a16="http://schemas.microsoft.com/office/drawing/2014/main" id="{7FD457F4-F837-4F0F-BC36-F66C26FB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13" name="set-12-KP2-color-band">
            <a:extLst xmlns:a="http://schemas.openxmlformats.org/drawingml/2006/main">
              <a:ext uri="{FF2B5EF4-FFF2-40B4-BE49-F238E27FC236}">
                <a16:creationId xmlns:a16="http://schemas.microsoft.com/office/drawing/2014/main" id="{FB87049A-9421-4CBC-AB34-C9D0AA54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514" name="crop-L-11-KP2">
            <a:extLst xmlns:a="http://schemas.openxmlformats.org/drawingml/2006/main">
              <a:ext uri="{FF2B5EF4-FFF2-40B4-BE49-F238E27FC236}">
                <a16:creationId xmlns:a16="http://schemas.microsoft.com/office/drawing/2014/main" id="{20EC38A1-7709-455D-A75F-4FF30CE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5" name="crop-R-11-KP2">
            <a:extLst xmlns:a="http://schemas.openxmlformats.org/drawingml/2006/main">
              <a:ext uri="{FF2B5EF4-FFF2-40B4-BE49-F238E27FC236}">
                <a16:creationId xmlns:a16="http://schemas.microsoft.com/office/drawing/2014/main" id="{D55F31FC-0CEA-4CAC-841F-FE86C0F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6" name="crop-T-11-KP2">
            <a:extLst xmlns:a="http://schemas.openxmlformats.org/drawingml/2006/main">
              <a:ext uri="{FF2B5EF4-FFF2-40B4-BE49-F238E27FC236}">
                <a16:creationId xmlns:a16="http://schemas.microsoft.com/office/drawing/2014/main" id="{854C4D13-4640-4103-B970-6673785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7" name="crop-B-11-KP2">
            <a:extLst xmlns:a="http://schemas.openxmlformats.org/drawingml/2006/main">
              <a:ext uri="{FF2B5EF4-FFF2-40B4-BE49-F238E27FC236}">
                <a16:creationId xmlns:a16="http://schemas.microsoft.com/office/drawing/2014/main" id="{BC31534B-210C-4A5B-82AE-92734AF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18" name="set-12-KP3-black-border">
            <a:extLst xmlns:a="http://schemas.openxmlformats.org/drawingml/2006/main">
              <a:ext uri="{FF2B5EF4-FFF2-40B4-BE49-F238E27FC236}">
                <a16:creationId xmlns:a16="http://schemas.microsoft.com/office/drawing/2014/main" id="{A360D679-D4AE-4328-85F0-53AD7BB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19" name="set-12-KP3-color-band">
            <a:extLst xmlns:a="http://schemas.openxmlformats.org/drawingml/2006/main">
              <a:ext uri="{FF2B5EF4-FFF2-40B4-BE49-F238E27FC236}">
                <a16:creationId xmlns:a16="http://schemas.microsoft.com/office/drawing/2014/main" id="{A2A6EECA-2946-4A5A-A38A-DE7406C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520" name="crop-L-11-KP3">
            <a:extLst xmlns:a="http://schemas.openxmlformats.org/drawingml/2006/main">
              <a:ext uri="{FF2B5EF4-FFF2-40B4-BE49-F238E27FC236}">
                <a16:creationId xmlns:a16="http://schemas.microsoft.com/office/drawing/2014/main" id="{CDC0590E-E91A-4ADB-B493-D8E0DCB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1" name="crop-R-11-KP3">
            <a:extLst xmlns:a="http://schemas.openxmlformats.org/drawingml/2006/main">
              <a:ext uri="{FF2B5EF4-FFF2-40B4-BE49-F238E27FC236}">
                <a16:creationId xmlns:a16="http://schemas.microsoft.com/office/drawing/2014/main" id="{62243434-3BC4-4F2A-A804-1BB40113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2" name="crop-T-11-KP3">
            <a:extLst xmlns:a="http://schemas.openxmlformats.org/drawingml/2006/main">
              <a:ext uri="{FF2B5EF4-FFF2-40B4-BE49-F238E27FC236}">
                <a16:creationId xmlns:a16="http://schemas.microsoft.com/office/drawing/2014/main" id="{C31C476D-81CC-4075-8AC4-AF65DB5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3" name="crop-B-11-KP3">
            <a:extLst xmlns:a="http://schemas.openxmlformats.org/drawingml/2006/main">
              <a:ext uri="{FF2B5EF4-FFF2-40B4-BE49-F238E27FC236}">
                <a16:creationId xmlns:a16="http://schemas.microsoft.com/office/drawing/2014/main" id="{95C15843-EB52-4AD4-92D4-E215120F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4" name="set-12-KP4-black-border">
            <a:extLst xmlns:a="http://schemas.openxmlformats.org/drawingml/2006/main">
              <a:ext uri="{FF2B5EF4-FFF2-40B4-BE49-F238E27FC236}">
                <a16:creationId xmlns:a16="http://schemas.microsoft.com/office/drawing/2014/main" id="{B8B4FB5E-EA7F-437D-8DC1-B022503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25" name="set-12-KP4-color-band">
            <a:extLst xmlns:a="http://schemas.openxmlformats.org/drawingml/2006/main">
              <a:ext uri="{FF2B5EF4-FFF2-40B4-BE49-F238E27FC236}">
                <a16:creationId xmlns:a16="http://schemas.microsoft.com/office/drawing/2014/main" id="{BEDFA520-EF10-4D3A-BE33-78EFA9BD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526" name="crop-L-11-KP4">
            <a:extLst xmlns:a="http://schemas.openxmlformats.org/drawingml/2006/main">
              <a:ext uri="{FF2B5EF4-FFF2-40B4-BE49-F238E27FC236}">
                <a16:creationId xmlns:a16="http://schemas.microsoft.com/office/drawing/2014/main" id="{78470E13-A056-40C7-8B5A-629D75A7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7" name="crop-R-11-KP4">
            <a:extLst xmlns:a="http://schemas.openxmlformats.org/drawingml/2006/main">
              <a:ext uri="{FF2B5EF4-FFF2-40B4-BE49-F238E27FC236}">
                <a16:creationId xmlns:a16="http://schemas.microsoft.com/office/drawing/2014/main" id="{2EAA60B3-7316-4910-A992-DE4DE42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8" name="crop-T-11-KP4">
            <a:extLst xmlns:a="http://schemas.openxmlformats.org/drawingml/2006/main">
              <a:ext uri="{FF2B5EF4-FFF2-40B4-BE49-F238E27FC236}">
                <a16:creationId xmlns:a16="http://schemas.microsoft.com/office/drawing/2014/main" id="{CDEDD4DF-9C38-4C32-96C6-02D40501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29" name="crop-B-11-KP4">
            <a:extLst xmlns:a="http://schemas.openxmlformats.org/drawingml/2006/main">
              <a:ext uri="{FF2B5EF4-FFF2-40B4-BE49-F238E27FC236}">
                <a16:creationId xmlns:a16="http://schemas.microsoft.com/office/drawing/2014/main" id="{4851247A-73A8-4679-A126-04C9B571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0" name="set-12-KP5-black-border">
            <a:extLst xmlns:a="http://schemas.openxmlformats.org/drawingml/2006/main">
              <a:ext uri="{FF2B5EF4-FFF2-40B4-BE49-F238E27FC236}">
                <a16:creationId xmlns:a16="http://schemas.microsoft.com/office/drawing/2014/main" id="{BD423AFA-3169-4C80-ABC5-5152970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31" name="set-12-KP5-color-band">
            <a:extLst xmlns:a="http://schemas.openxmlformats.org/drawingml/2006/main">
              <a:ext uri="{FF2B5EF4-FFF2-40B4-BE49-F238E27FC236}">
                <a16:creationId xmlns:a16="http://schemas.microsoft.com/office/drawing/2014/main" id="{6343398F-BFB4-4A53-92F2-157E0DB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532" name="crop-L-11-KP5">
            <a:extLst xmlns:a="http://schemas.openxmlformats.org/drawingml/2006/main">
              <a:ext uri="{FF2B5EF4-FFF2-40B4-BE49-F238E27FC236}">
                <a16:creationId xmlns:a16="http://schemas.microsoft.com/office/drawing/2014/main" id="{428996BF-66D9-4DA8-BCA6-F247E8D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3" name="crop-R-11-KP5">
            <a:extLst xmlns:a="http://schemas.openxmlformats.org/drawingml/2006/main">
              <a:ext uri="{FF2B5EF4-FFF2-40B4-BE49-F238E27FC236}">
                <a16:creationId xmlns:a16="http://schemas.microsoft.com/office/drawing/2014/main" id="{F4D4ACE1-4408-4C46-BCD8-74C0A687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4" name="crop-T-11-KP5">
            <a:extLst xmlns:a="http://schemas.openxmlformats.org/drawingml/2006/main">
              <a:ext uri="{FF2B5EF4-FFF2-40B4-BE49-F238E27FC236}">
                <a16:creationId xmlns:a16="http://schemas.microsoft.com/office/drawing/2014/main" id="{70E0E952-3663-4E26-AE0E-A2549AE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5" name="crop-B-11-KP5">
            <a:extLst xmlns:a="http://schemas.openxmlformats.org/drawingml/2006/main">
              <a:ext uri="{FF2B5EF4-FFF2-40B4-BE49-F238E27FC236}">
                <a16:creationId xmlns:a16="http://schemas.microsoft.com/office/drawing/2014/main" id="{75789443-4FCC-48D9-816B-EB44256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6" name="set-12-KP6-black-border">
            <a:extLst xmlns:a="http://schemas.openxmlformats.org/drawingml/2006/main">
              <a:ext uri="{FF2B5EF4-FFF2-40B4-BE49-F238E27FC236}">
                <a16:creationId xmlns:a16="http://schemas.microsoft.com/office/drawing/2014/main" id="{B985744C-41A2-45AE-8B7D-51DDE35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955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37" name="set-12-KP6-color-band">
            <a:extLst xmlns:a="http://schemas.openxmlformats.org/drawingml/2006/main">
              <a:ext uri="{FF2B5EF4-FFF2-40B4-BE49-F238E27FC236}">
                <a16:creationId xmlns:a16="http://schemas.microsoft.com/office/drawing/2014/main" id="{1EE23DBA-B62E-4E6E-9916-3087500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962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538" name="crop-L-11-KP6">
            <a:extLst xmlns:a="http://schemas.openxmlformats.org/drawingml/2006/main">
              <a:ext uri="{FF2B5EF4-FFF2-40B4-BE49-F238E27FC236}">
                <a16:creationId xmlns:a16="http://schemas.microsoft.com/office/drawing/2014/main" id="{67946FC2-1DE8-46D4-B179-D9E9A9FB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39" name="crop-R-11-KP6">
            <a:extLst xmlns:a="http://schemas.openxmlformats.org/drawingml/2006/main">
              <a:ext uri="{FF2B5EF4-FFF2-40B4-BE49-F238E27FC236}">
                <a16:creationId xmlns:a16="http://schemas.microsoft.com/office/drawing/2014/main" id="{650A0DFB-C251-46D6-9143-C511E7B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6931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0" name="crop-T-11-KP6">
            <a:extLst xmlns:a="http://schemas.openxmlformats.org/drawingml/2006/main">
              <a:ext uri="{FF2B5EF4-FFF2-40B4-BE49-F238E27FC236}">
                <a16:creationId xmlns:a16="http://schemas.microsoft.com/office/drawing/2014/main" id="{172CFB2D-3D68-4F62-B3D5-27F771A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955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1" name="crop-B-11-KP6">
            <a:extLst xmlns:a="http://schemas.openxmlformats.org/drawingml/2006/main">
              <a:ext uri="{FF2B5EF4-FFF2-40B4-BE49-F238E27FC236}">
                <a16:creationId xmlns:a16="http://schemas.microsoft.com/office/drawing/2014/main" id="{D451D653-2952-4193-B22C-5167537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699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2" name="set-label-13">
            <a:extLst xmlns:a="http://schemas.openxmlformats.org/drawingml/2006/main">
              <a:ext uri="{FF2B5EF4-FFF2-40B4-BE49-F238E27FC236}">
                <a16:creationId xmlns:a16="http://schemas.microsoft.com/office/drawing/2014/main" id="{9548BBFB-DCA2-41DD-A27D-71C650F3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72828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13</a:t>
            </a:r>
          </a:p>
        </p:txBody>
      </p:sp>
      <p:sp>
        <p:nvSpPr>
          <p:cNvPr id="543" name="set-13-KP0-black-border">
            <a:extLst xmlns:a="http://schemas.openxmlformats.org/drawingml/2006/main">
              <a:ext uri="{FF2B5EF4-FFF2-40B4-BE49-F238E27FC236}">
                <a16:creationId xmlns:a16="http://schemas.microsoft.com/office/drawing/2014/main" id="{E16D49E6-6A95-4FF8-87D9-D6F990CC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44" name="set-13-KP0-color-band">
            <a:extLst xmlns:a="http://schemas.openxmlformats.org/drawingml/2006/main">
              <a:ext uri="{FF2B5EF4-FFF2-40B4-BE49-F238E27FC236}">
                <a16:creationId xmlns:a16="http://schemas.microsoft.com/office/drawing/2014/main" id="{903D7FE9-2B9B-4189-829D-99B47DD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545" name="crop-L-12-KP0">
            <a:extLst xmlns:a="http://schemas.openxmlformats.org/drawingml/2006/main">
              <a:ext uri="{FF2B5EF4-FFF2-40B4-BE49-F238E27FC236}">
                <a16:creationId xmlns:a16="http://schemas.microsoft.com/office/drawing/2014/main" id="{D9E675B2-31C8-4825-9AC7-34C1FDE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6" name="crop-R-12-KP0">
            <a:extLst xmlns:a="http://schemas.openxmlformats.org/drawingml/2006/main">
              <a:ext uri="{FF2B5EF4-FFF2-40B4-BE49-F238E27FC236}">
                <a16:creationId xmlns:a16="http://schemas.microsoft.com/office/drawing/2014/main" id="{0B08869F-9C52-4F6C-9434-9BA13363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7" name="crop-T-12-KP0">
            <a:extLst xmlns:a="http://schemas.openxmlformats.org/drawingml/2006/main">
              <a:ext uri="{FF2B5EF4-FFF2-40B4-BE49-F238E27FC236}">
                <a16:creationId xmlns:a16="http://schemas.microsoft.com/office/drawing/2014/main" id="{B2E13684-8A6B-429A-983F-524918E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8" name="crop-B-12-KP0">
            <a:extLst xmlns:a="http://schemas.openxmlformats.org/drawingml/2006/main">
              <a:ext uri="{FF2B5EF4-FFF2-40B4-BE49-F238E27FC236}">
                <a16:creationId xmlns:a16="http://schemas.microsoft.com/office/drawing/2014/main" id="{1A5B016C-B84C-461E-9CD4-DDC307E2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49" name="set-13-KP1-black-border">
            <a:extLst xmlns:a="http://schemas.openxmlformats.org/drawingml/2006/main">
              <a:ext uri="{FF2B5EF4-FFF2-40B4-BE49-F238E27FC236}">
                <a16:creationId xmlns:a16="http://schemas.microsoft.com/office/drawing/2014/main" id="{914499DC-8F53-4915-AD39-56536B2B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50" name="set-13-KP1-color-band">
            <a:extLst xmlns:a="http://schemas.openxmlformats.org/drawingml/2006/main">
              <a:ext uri="{FF2B5EF4-FFF2-40B4-BE49-F238E27FC236}">
                <a16:creationId xmlns:a16="http://schemas.microsoft.com/office/drawing/2014/main" id="{16286024-E9FA-48B6-BA16-663B58AF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551" name="crop-L-12-KP1">
            <a:extLst xmlns:a="http://schemas.openxmlformats.org/drawingml/2006/main">
              <a:ext uri="{FF2B5EF4-FFF2-40B4-BE49-F238E27FC236}">
                <a16:creationId xmlns:a16="http://schemas.microsoft.com/office/drawing/2014/main" id="{AA2AFBD2-F72B-4194-B73D-7CCD3B32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2" name="crop-R-12-KP1">
            <a:extLst xmlns:a="http://schemas.openxmlformats.org/drawingml/2006/main">
              <a:ext uri="{FF2B5EF4-FFF2-40B4-BE49-F238E27FC236}">
                <a16:creationId xmlns:a16="http://schemas.microsoft.com/office/drawing/2014/main" id="{7CC54087-3584-4F8F-B09E-458FDAB0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3" name="crop-T-12-KP1">
            <a:extLst xmlns:a="http://schemas.openxmlformats.org/drawingml/2006/main">
              <a:ext uri="{FF2B5EF4-FFF2-40B4-BE49-F238E27FC236}">
                <a16:creationId xmlns:a16="http://schemas.microsoft.com/office/drawing/2014/main" id="{5C452DBB-9B85-4625-A794-E78AA9E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4" name="crop-B-12-KP1">
            <a:extLst xmlns:a="http://schemas.openxmlformats.org/drawingml/2006/main">
              <a:ext uri="{FF2B5EF4-FFF2-40B4-BE49-F238E27FC236}">
                <a16:creationId xmlns:a16="http://schemas.microsoft.com/office/drawing/2014/main" id="{D9A26FCB-CB35-45C4-A15A-F61DD25D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5" name="set-13-KP2-black-border">
            <a:extLst xmlns:a="http://schemas.openxmlformats.org/drawingml/2006/main">
              <a:ext uri="{FF2B5EF4-FFF2-40B4-BE49-F238E27FC236}">
                <a16:creationId xmlns:a16="http://schemas.microsoft.com/office/drawing/2014/main" id="{354FF655-0602-4763-A72A-D35F9A87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56" name="set-13-KP2-color-band">
            <a:extLst xmlns:a="http://schemas.openxmlformats.org/drawingml/2006/main">
              <a:ext uri="{FF2B5EF4-FFF2-40B4-BE49-F238E27FC236}">
                <a16:creationId xmlns:a16="http://schemas.microsoft.com/office/drawing/2014/main" id="{7F0C4BB3-19FF-4FBE-8612-FC7846E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557" name="crop-L-12-KP2">
            <a:extLst xmlns:a="http://schemas.openxmlformats.org/drawingml/2006/main">
              <a:ext uri="{FF2B5EF4-FFF2-40B4-BE49-F238E27FC236}">
                <a16:creationId xmlns:a16="http://schemas.microsoft.com/office/drawing/2014/main" id="{BFDCE75E-71AB-4497-8E24-82A373D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8" name="crop-R-12-KP2">
            <a:extLst xmlns:a="http://schemas.openxmlformats.org/drawingml/2006/main">
              <a:ext uri="{FF2B5EF4-FFF2-40B4-BE49-F238E27FC236}">
                <a16:creationId xmlns:a16="http://schemas.microsoft.com/office/drawing/2014/main" id="{9F7B1C2B-1A24-4030-B26B-9EF5D70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59" name="crop-T-12-KP2">
            <a:extLst xmlns:a="http://schemas.openxmlformats.org/drawingml/2006/main">
              <a:ext uri="{FF2B5EF4-FFF2-40B4-BE49-F238E27FC236}">
                <a16:creationId xmlns:a16="http://schemas.microsoft.com/office/drawing/2014/main" id="{083463FE-1FC8-4B0D-AB78-76B816DD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0" name="crop-B-12-KP2">
            <a:extLst xmlns:a="http://schemas.openxmlformats.org/drawingml/2006/main">
              <a:ext uri="{FF2B5EF4-FFF2-40B4-BE49-F238E27FC236}">
                <a16:creationId xmlns:a16="http://schemas.microsoft.com/office/drawing/2014/main" id="{95F17C86-BF40-4CDC-86A4-596B606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1" name="set-13-KP3-black-border">
            <a:extLst xmlns:a="http://schemas.openxmlformats.org/drawingml/2006/main">
              <a:ext uri="{FF2B5EF4-FFF2-40B4-BE49-F238E27FC236}">
                <a16:creationId xmlns:a16="http://schemas.microsoft.com/office/drawing/2014/main" id="{A2B98920-CAC4-4546-A81A-D1593DC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62" name="set-13-KP3-color-band">
            <a:extLst xmlns:a="http://schemas.openxmlformats.org/drawingml/2006/main">
              <a:ext uri="{FF2B5EF4-FFF2-40B4-BE49-F238E27FC236}">
                <a16:creationId xmlns:a16="http://schemas.microsoft.com/office/drawing/2014/main" id="{F4ACC24D-FC70-4E15-BD2C-F37C384A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563" name="crop-L-12-KP3">
            <a:extLst xmlns:a="http://schemas.openxmlformats.org/drawingml/2006/main">
              <a:ext uri="{FF2B5EF4-FFF2-40B4-BE49-F238E27FC236}">
                <a16:creationId xmlns:a16="http://schemas.microsoft.com/office/drawing/2014/main" id="{5FF34AA8-22B1-440B-ACF6-66B4454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4" name="crop-R-12-KP3">
            <a:extLst xmlns:a="http://schemas.openxmlformats.org/drawingml/2006/main">
              <a:ext uri="{FF2B5EF4-FFF2-40B4-BE49-F238E27FC236}">
                <a16:creationId xmlns:a16="http://schemas.microsoft.com/office/drawing/2014/main" id="{2D21E6FA-3C7B-4D3E-9FE2-D6DE637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5" name="crop-T-12-KP3">
            <a:extLst xmlns:a="http://schemas.openxmlformats.org/drawingml/2006/main">
              <a:ext uri="{FF2B5EF4-FFF2-40B4-BE49-F238E27FC236}">
                <a16:creationId xmlns:a16="http://schemas.microsoft.com/office/drawing/2014/main" id="{6EDBEB5F-3336-4043-ACB7-2E14F016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6" name="crop-B-12-KP3">
            <a:extLst xmlns:a="http://schemas.openxmlformats.org/drawingml/2006/main">
              <a:ext uri="{FF2B5EF4-FFF2-40B4-BE49-F238E27FC236}">
                <a16:creationId xmlns:a16="http://schemas.microsoft.com/office/drawing/2014/main" id="{150E4D82-9F5B-4D8C-957D-9CC038F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67" name="set-13-KP4-black-border">
            <a:extLst xmlns:a="http://schemas.openxmlformats.org/drawingml/2006/main">
              <a:ext uri="{FF2B5EF4-FFF2-40B4-BE49-F238E27FC236}">
                <a16:creationId xmlns:a16="http://schemas.microsoft.com/office/drawing/2014/main" id="{3A9D30F6-C26D-4200-AAF9-8534F28A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68" name="set-13-KP4-color-band">
            <a:extLst xmlns:a="http://schemas.openxmlformats.org/drawingml/2006/main">
              <a:ext uri="{FF2B5EF4-FFF2-40B4-BE49-F238E27FC236}">
                <a16:creationId xmlns:a16="http://schemas.microsoft.com/office/drawing/2014/main" id="{D0D49989-FE8F-408E-830A-C732169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569" name="crop-L-12-KP4">
            <a:extLst xmlns:a="http://schemas.openxmlformats.org/drawingml/2006/main">
              <a:ext uri="{FF2B5EF4-FFF2-40B4-BE49-F238E27FC236}">
                <a16:creationId xmlns:a16="http://schemas.microsoft.com/office/drawing/2014/main" id="{3234CDDC-D4C0-4536-8BB1-CE3D265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0" name="crop-R-12-KP4">
            <a:extLst xmlns:a="http://schemas.openxmlformats.org/drawingml/2006/main">
              <a:ext uri="{FF2B5EF4-FFF2-40B4-BE49-F238E27FC236}">
                <a16:creationId xmlns:a16="http://schemas.microsoft.com/office/drawing/2014/main" id="{D839FA2B-D31D-43F2-B0BA-603A012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1" name="crop-T-12-KP4">
            <a:extLst xmlns:a="http://schemas.openxmlformats.org/drawingml/2006/main">
              <a:ext uri="{FF2B5EF4-FFF2-40B4-BE49-F238E27FC236}">
                <a16:creationId xmlns:a16="http://schemas.microsoft.com/office/drawing/2014/main" id="{B1F555DC-B977-42DB-928E-F292225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2" name="crop-B-12-KP4">
            <a:extLst xmlns:a="http://schemas.openxmlformats.org/drawingml/2006/main">
              <a:ext uri="{FF2B5EF4-FFF2-40B4-BE49-F238E27FC236}">
                <a16:creationId xmlns:a16="http://schemas.microsoft.com/office/drawing/2014/main" id="{D314A864-7D74-4D16-88A5-7A40227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3" name="set-13-KP5-black-border">
            <a:extLst xmlns:a="http://schemas.openxmlformats.org/drawingml/2006/main">
              <a:ext uri="{FF2B5EF4-FFF2-40B4-BE49-F238E27FC236}">
                <a16:creationId xmlns:a16="http://schemas.microsoft.com/office/drawing/2014/main" id="{CA1A9EF6-C51D-4EEB-8DB6-6F3A459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74" name="set-13-KP5-color-band">
            <a:extLst xmlns:a="http://schemas.openxmlformats.org/drawingml/2006/main">
              <a:ext uri="{FF2B5EF4-FFF2-40B4-BE49-F238E27FC236}">
                <a16:creationId xmlns:a16="http://schemas.microsoft.com/office/drawing/2014/main" id="{6A0EE338-A0B3-4EF4-B874-44B446E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575" name="crop-L-12-KP5">
            <a:extLst xmlns:a="http://schemas.openxmlformats.org/drawingml/2006/main">
              <a:ext uri="{FF2B5EF4-FFF2-40B4-BE49-F238E27FC236}">
                <a16:creationId xmlns:a16="http://schemas.microsoft.com/office/drawing/2014/main" id="{BD0B3AF6-AFCA-4F78-A8F9-F73550C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6" name="crop-R-12-KP5">
            <a:extLst xmlns:a="http://schemas.openxmlformats.org/drawingml/2006/main">
              <a:ext uri="{FF2B5EF4-FFF2-40B4-BE49-F238E27FC236}">
                <a16:creationId xmlns:a16="http://schemas.microsoft.com/office/drawing/2014/main" id="{310B7DA9-D4E8-4746-B39A-912D31C5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7" name="crop-T-12-KP5">
            <a:extLst xmlns:a="http://schemas.openxmlformats.org/drawingml/2006/main">
              <a:ext uri="{FF2B5EF4-FFF2-40B4-BE49-F238E27FC236}">
                <a16:creationId xmlns:a16="http://schemas.microsoft.com/office/drawing/2014/main" id="{705BAD5A-C583-4CC1-8103-AB38C39F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8" name="crop-B-12-KP5">
            <a:extLst xmlns:a="http://schemas.openxmlformats.org/drawingml/2006/main">
              <a:ext uri="{FF2B5EF4-FFF2-40B4-BE49-F238E27FC236}">
                <a16:creationId xmlns:a16="http://schemas.microsoft.com/office/drawing/2014/main" id="{9E78EBEC-C3A6-475E-B504-6E20CFD6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79" name="set-13-KP6-black-border">
            <a:extLst xmlns:a="http://schemas.openxmlformats.org/drawingml/2006/main">
              <a:ext uri="{FF2B5EF4-FFF2-40B4-BE49-F238E27FC236}">
                <a16:creationId xmlns:a16="http://schemas.microsoft.com/office/drawing/2014/main" id="{AA7F7043-4D05-4D97-A967-BE9CDBE1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358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80" name="set-13-KP6-color-band">
            <a:extLst xmlns:a="http://schemas.openxmlformats.org/drawingml/2006/main">
              <a:ext uri="{FF2B5EF4-FFF2-40B4-BE49-F238E27FC236}">
                <a16:creationId xmlns:a16="http://schemas.microsoft.com/office/drawing/2014/main" id="{233BB11F-D31D-44E6-967D-CAC81E72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365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581" name="crop-L-12-KP6">
            <a:extLst xmlns:a="http://schemas.openxmlformats.org/drawingml/2006/main">
              <a:ext uri="{FF2B5EF4-FFF2-40B4-BE49-F238E27FC236}">
                <a16:creationId xmlns:a16="http://schemas.microsoft.com/office/drawing/2014/main" id="{65C4E457-6392-4307-B04F-0D1DB87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82" name="crop-R-12-KP6">
            <a:extLst xmlns:a="http://schemas.openxmlformats.org/drawingml/2006/main">
              <a:ext uri="{FF2B5EF4-FFF2-40B4-BE49-F238E27FC236}">
                <a16:creationId xmlns:a16="http://schemas.microsoft.com/office/drawing/2014/main" id="{3B141EF9-7237-43F6-8DB6-42F79DC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7335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83" name="crop-T-12-KP6">
            <a:extLst xmlns:a="http://schemas.openxmlformats.org/drawingml/2006/main">
              <a:ext uri="{FF2B5EF4-FFF2-40B4-BE49-F238E27FC236}">
                <a16:creationId xmlns:a16="http://schemas.microsoft.com/office/drawing/2014/main" id="{9061261C-F180-4262-B744-49D8C30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7358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84" name="crop-B-12-KP6">
            <a:extLst xmlns:a="http://schemas.openxmlformats.org/drawingml/2006/main">
              <a:ext uri="{FF2B5EF4-FFF2-40B4-BE49-F238E27FC236}">
                <a16:creationId xmlns:a16="http://schemas.microsoft.com/office/drawing/2014/main" id="{E50EA65C-61DB-4D39-9FE7-DA91212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740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85" name="set-label-14">
            <a:extLst xmlns:a="http://schemas.openxmlformats.org/drawingml/2006/main">
              <a:ext uri="{FF2B5EF4-FFF2-40B4-BE49-F238E27FC236}">
                <a16:creationId xmlns:a16="http://schemas.microsoft.com/office/drawing/2014/main" id="{EAC45B03-2D97-4AA2-BE0F-83A5291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76860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14</a:t>
            </a:r>
          </a:p>
        </p:txBody>
      </p:sp>
      <p:sp>
        <p:nvSpPr>
          <p:cNvPr id="586" name="set-14-KP0-black-border">
            <a:extLst xmlns:a="http://schemas.openxmlformats.org/drawingml/2006/main">
              <a:ext uri="{FF2B5EF4-FFF2-40B4-BE49-F238E27FC236}">
                <a16:creationId xmlns:a16="http://schemas.microsoft.com/office/drawing/2014/main" id="{6CEF3A6B-6756-4589-9EFE-7984CB18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87" name="set-14-KP0-color-band">
            <a:extLst xmlns:a="http://schemas.openxmlformats.org/drawingml/2006/main">
              <a:ext uri="{FF2B5EF4-FFF2-40B4-BE49-F238E27FC236}">
                <a16:creationId xmlns:a16="http://schemas.microsoft.com/office/drawing/2014/main" id="{6718ABBE-E1E6-46F1-878F-AA25D485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588" name="crop-L-13-KP0">
            <a:extLst xmlns:a="http://schemas.openxmlformats.org/drawingml/2006/main">
              <a:ext uri="{FF2B5EF4-FFF2-40B4-BE49-F238E27FC236}">
                <a16:creationId xmlns:a16="http://schemas.microsoft.com/office/drawing/2014/main" id="{FC421B16-99B7-4108-8F58-B1772E9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89" name="crop-R-13-KP0">
            <a:extLst xmlns:a="http://schemas.openxmlformats.org/drawingml/2006/main">
              <a:ext uri="{FF2B5EF4-FFF2-40B4-BE49-F238E27FC236}">
                <a16:creationId xmlns:a16="http://schemas.microsoft.com/office/drawing/2014/main" id="{C8664E17-CCDA-4370-990B-419A0704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0" name="crop-T-13-KP0">
            <a:extLst xmlns:a="http://schemas.openxmlformats.org/drawingml/2006/main">
              <a:ext uri="{FF2B5EF4-FFF2-40B4-BE49-F238E27FC236}">
                <a16:creationId xmlns:a16="http://schemas.microsoft.com/office/drawing/2014/main" id="{D95F9286-6160-4D93-8CAD-A74E2D1B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1" name="crop-B-13-KP0">
            <a:extLst xmlns:a="http://schemas.openxmlformats.org/drawingml/2006/main">
              <a:ext uri="{FF2B5EF4-FFF2-40B4-BE49-F238E27FC236}">
                <a16:creationId xmlns:a16="http://schemas.microsoft.com/office/drawing/2014/main" id="{1FBA30DF-B04D-45DA-8D22-DA5E891A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2" name="set-14-KP1-black-border">
            <a:extLst xmlns:a="http://schemas.openxmlformats.org/drawingml/2006/main">
              <a:ext uri="{FF2B5EF4-FFF2-40B4-BE49-F238E27FC236}">
                <a16:creationId xmlns:a16="http://schemas.microsoft.com/office/drawing/2014/main" id="{B827ADC9-778D-4D2C-9F0E-2D710E1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93" name="set-14-KP1-color-band">
            <a:extLst xmlns:a="http://schemas.openxmlformats.org/drawingml/2006/main">
              <a:ext uri="{FF2B5EF4-FFF2-40B4-BE49-F238E27FC236}">
                <a16:creationId xmlns:a16="http://schemas.microsoft.com/office/drawing/2014/main" id="{6AC0D15B-C0E0-4C31-B35A-4A1F26C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594" name="crop-L-13-KP1">
            <a:extLst xmlns:a="http://schemas.openxmlformats.org/drawingml/2006/main">
              <a:ext uri="{FF2B5EF4-FFF2-40B4-BE49-F238E27FC236}">
                <a16:creationId xmlns:a16="http://schemas.microsoft.com/office/drawing/2014/main" id="{E4291B18-2618-4047-8F33-BBA0E16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5" name="crop-R-13-KP1">
            <a:extLst xmlns:a="http://schemas.openxmlformats.org/drawingml/2006/main">
              <a:ext uri="{FF2B5EF4-FFF2-40B4-BE49-F238E27FC236}">
                <a16:creationId xmlns:a16="http://schemas.microsoft.com/office/drawing/2014/main" id="{91A61B8D-8F4C-4F8D-8453-DFD78967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6" name="crop-T-13-KP1">
            <a:extLst xmlns:a="http://schemas.openxmlformats.org/drawingml/2006/main">
              <a:ext uri="{FF2B5EF4-FFF2-40B4-BE49-F238E27FC236}">
                <a16:creationId xmlns:a16="http://schemas.microsoft.com/office/drawing/2014/main" id="{BC6BB64F-1061-413D-9E46-B09EB1CE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7" name="crop-B-13-KP1">
            <a:extLst xmlns:a="http://schemas.openxmlformats.org/drawingml/2006/main">
              <a:ext uri="{FF2B5EF4-FFF2-40B4-BE49-F238E27FC236}">
                <a16:creationId xmlns:a16="http://schemas.microsoft.com/office/drawing/2014/main" id="{79FDA4B1-7425-460F-B08C-4EFFFDD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598" name="set-14-KP2-black-border">
            <a:extLst xmlns:a="http://schemas.openxmlformats.org/drawingml/2006/main">
              <a:ext uri="{FF2B5EF4-FFF2-40B4-BE49-F238E27FC236}">
                <a16:creationId xmlns:a16="http://schemas.microsoft.com/office/drawing/2014/main" id="{C54554FD-62A2-4A28-AD93-6C92413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599" name="set-14-KP2-color-band">
            <a:extLst xmlns:a="http://schemas.openxmlformats.org/drawingml/2006/main">
              <a:ext uri="{FF2B5EF4-FFF2-40B4-BE49-F238E27FC236}">
                <a16:creationId xmlns:a16="http://schemas.microsoft.com/office/drawing/2014/main" id="{19648643-9882-4D82-BF85-2B82E0FC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600" name="crop-L-13-KP2">
            <a:extLst xmlns:a="http://schemas.openxmlformats.org/drawingml/2006/main">
              <a:ext uri="{FF2B5EF4-FFF2-40B4-BE49-F238E27FC236}">
                <a16:creationId xmlns:a16="http://schemas.microsoft.com/office/drawing/2014/main" id="{861447F1-6AE2-4E8E-8DDB-0BE7C39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1" name="crop-R-13-KP2">
            <a:extLst xmlns:a="http://schemas.openxmlformats.org/drawingml/2006/main">
              <a:ext uri="{FF2B5EF4-FFF2-40B4-BE49-F238E27FC236}">
                <a16:creationId xmlns:a16="http://schemas.microsoft.com/office/drawing/2014/main" id="{6FC6696B-9CF7-48D2-9A28-94D15BCE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2" name="crop-T-13-KP2">
            <a:extLst xmlns:a="http://schemas.openxmlformats.org/drawingml/2006/main">
              <a:ext uri="{FF2B5EF4-FFF2-40B4-BE49-F238E27FC236}">
                <a16:creationId xmlns:a16="http://schemas.microsoft.com/office/drawing/2014/main" id="{EC97B2B1-450F-4A6F-9682-8D2BB49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3" name="crop-B-13-KP2">
            <a:extLst xmlns:a="http://schemas.openxmlformats.org/drawingml/2006/main">
              <a:ext uri="{FF2B5EF4-FFF2-40B4-BE49-F238E27FC236}">
                <a16:creationId xmlns:a16="http://schemas.microsoft.com/office/drawing/2014/main" id="{883FA1C8-281A-4037-B31A-F8D6904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4" name="set-14-KP3-black-border">
            <a:extLst xmlns:a="http://schemas.openxmlformats.org/drawingml/2006/main">
              <a:ext uri="{FF2B5EF4-FFF2-40B4-BE49-F238E27FC236}">
                <a16:creationId xmlns:a16="http://schemas.microsoft.com/office/drawing/2014/main" id="{0277ED90-D0CA-423F-9CC3-60B320A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05" name="set-14-KP3-color-band">
            <a:extLst xmlns:a="http://schemas.openxmlformats.org/drawingml/2006/main">
              <a:ext uri="{FF2B5EF4-FFF2-40B4-BE49-F238E27FC236}">
                <a16:creationId xmlns:a16="http://schemas.microsoft.com/office/drawing/2014/main" id="{58EAC003-D8B1-47ED-BDFA-8EC5E13E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606" name="crop-L-13-KP3">
            <a:extLst xmlns:a="http://schemas.openxmlformats.org/drawingml/2006/main">
              <a:ext uri="{FF2B5EF4-FFF2-40B4-BE49-F238E27FC236}">
                <a16:creationId xmlns:a16="http://schemas.microsoft.com/office/drawing/2014/main" id="{93010DAD-A390-45B1-8737-CFC5F7FE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7" name="crop-R-13-KP3">
            <a:extLst xmlns:a="http://schemas.openxmlformats.org/drawingml/2006/main">
              <a:ext uri="{FF2B5EF4-FFF2-40B4-BE49-F238E27FC236}">
                <a16:creationId xmlns:a16="http://schemas.microsoft.com/office/drawing/2014/main" id="{96A4F85A-F612-40F7-9039-E89D447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8" name="crop-T-13-KP3">
            <a:extLst xmlns:a="http://schemas.openxmlformats.org/drawingml/2006/main">
              <a:ext uri="{FF2B5EF4-FFF2-40B4-BE49-F238E27FC236}">
                <a16:creationId xmlns:a16="http://schemas.microsoft.com/office/drawing/2014/main" id="{6353152B-FD66-4C8C-B32C-4C62A579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09" name="crop-B-13-KP3">
            <a:extLst xmlns:a="http://schemas.openxmlformats.org/drawingml/2006/main">
              <a:ext uri="{FF2B5EF4-FFF2-40B4-BE49-F238E27FC236}">
                <a16:creationId xmlns:a16="http://schemas.microsoft.com/office/drawing/2014/main" id="{E442133E-6BE5-4A14-BF4F-E288215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0" name="set-14-KP4-black-border">
            <a:extLst xmlns:a="http://schemas.openxmlformats.org/drawingml/2006/main">
              <a:ext uri="{FF2B5EF4-FFF2-40B4-BE49-F238E27FC236}">
                <a16:creationId xmlns:a16="http://schemas.microsoft.com/office/drawing/2014/main" id="{ED90A200-1803-49E4-BE0B-53E1B46B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11" name="set-14-KP4-color-band">
            <a:extLst xmlns:a="http://schemas.openxmlformats.org/drawingml/2006/main">
              <a:ext uri="{FF2B5EF4-FFF2-40B4-BE49-F238E27FC236}">
                <a16:creationId xmlns:a16="http://schemas.microsoft.com/office/drawing/2014/main" id="{7646BE44-A82D-4171-935A-C1735E22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612" name="crop-L-13-KP4">
            <a:extLst xmlns:a="http://schemas.openxmlformats.org/drawingml/2006/main">
              <a:ext uri="{FF2B5EF4-FFF2-40B4-BE49-F238E27FC236}">
                <a16:creationId xmlns:a16="http://schemas.microsoft.com/office/drawing/2014/main" id="{7838BE09-295F-4509-B7E9-B60545D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3" name="crop-R-13-KP4">
            <a:extLst xmlns:a="http://schemas.openxmlformats.org/drawingml/2006/main">
              <a:ext uri="{FF2B5EF4-FFF2-40B4-BE49-F238E27FC236}">
                <a16:creationId xmlns:a16="http://schemas.microsoft.com/office/drawing/2014/main" id="{40EC3C53-C6B7-4ABE-81BD-2FE337B6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4" name="crop-T-13-KP4">
            <a:extLst xmlns:a="http://schemas.openxmlformats.org/drawingml/2006/main">
              <a:ext uri="{FF2B5EF4-FFF2-40B4-BE49-F238E27FC236}">
                <a16:creationId xmlns:a16="http://schemas.microsoft.com/office/drawing/2014/main" id="{5F9D58A8-1A13-4435-AC3D-BE67BB8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5" name="crop-B-13-KP4">
            <a:extLst xmlns:a="http://schemas.openxmlformats.org/drawingml/2006/main">
              <a:ext uri="{FF2B5EF4-FFF2-40B4-BE49-F238E27FC236}">
                <a16:creationId xmlns:a16="http://schemas.microsoft.com/office/drawing/2014/main" id="{094DD2D7-E94F-4E43-B53F-A0386160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6" name="set-14-KP5-black-border">
            <a:extLst xmlns:a="http://schemas.openxmlformats.org/drawingml/2006/main">
              <a:ext uri="{FF2B5EF4-FFF2-40B4-BE49-F238E27FC236}">
                <a16:creationId xmlns:a16="http://schemas.microsoft.com/office/drawing/2014/main" id="{0F2921B9-8E3A-4EB2-A58B-2581CCB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17" name="set-14-KP5-color-band">
            <a:extLst xmlns:a="http://schemas.openxmlformats.org/drawingml/2006/main">
              <a:ext uri="{FF2B5EF4-FFF2-40B4-BE49-F238E27FC236}">
                <a16:creationId xmlns:a16="http://schemas.microsoft.com/office/drawing/2014/main" id="{39858EFE-00AE-455A-9F2E-BF61626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618" name="crop-L-13-KP5">
            <a:extLst xmlns:a="http://schemas.openxmlformats.org/drawingml/2006/main">
              <a:ext uri="{FF2B5EF4-FFF2-40B4-BE49-F238E27FC236}">
                <a16:creationId xmlns:a16="http://schemas.microsoft.com/office/drawing/2014/main" id="{582339C9-D0E5-4D39-B5B5-7BC0AEF5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19" name="crop-R-13-KP5">
            <a:extLst xmlns:a="http://schemas.openxmlformats.org/drawingml/2006/main">
              <a:ext uri="{FF2B5EF4-FFF2-40B4-BE49-F238E27FC236}">
                <a16:creationId xmlns:a16="http://schemas.microsoft.com/office/drawing/2014/main" id="{8AA01A48-311E-4B91-8BB4-F439382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0" name="crop-T-13-KP5">
            <a:extLst xmlns:a="http://schemas.openxmlformats.org/drawingml/2006/main">
              <a:ext uri="{FF2B5EF4-FFF2-40B4-BE49-F238E27FC236}">
                <a16:creationId xmlns:a16="http://schemas.microsoft.com/office/drawing/2014/main" id="{9128D190-D18A-4E80-9919-A3B26657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1" name="crop-B-13-KP5">
            <a:extLst xmlns:a="http://schemas.openxmlformats.org/drawingml/2006/main">
              <a:ext uri="{FF2B5EF4-FFF2-40B4-BE49-F238E27FC236}">
                <a16:creationId xmlns:a16="http://schemas.microsoft.com/office/drawing/2014/main" id="{3D9CCA70-45A1-4B90-A152-FAE87B6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2" name="set-14-KP6-black-border">
            <a:extLst xmlns:a="http://schemas.openxmlformats.org/drawingml/2006/main">
              <a:ext uri="{FF2B5EF4-FFF2-40B4-BE49-F238E27FC236}">
                <a16:creationId xmlns:a16="http://schemas.microsoft.com/office/drawing/2014/main" id="{E4CE15D5-2A0E-418C-914C-38CA61B0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7616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23" name="set-14-KP6-color-band">
            <a:extLst xmlns:a="http://schemas.openxmlformats.org/drawingml/2006/main">
              <a:ext uri="{FF2B5EF4-FFF2-40B4-BE49-F238E27FC236}">
                <a16:creationId xmlns:a16="http://schemas.microsoft.com/office/drawing/2014/main" id="{1308F363-D1FE-4FD7-88AB-A3CA062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7688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624" name="crop-L-13-KP6">
            <a:extLst xmlns:a="http://schemas.openxmlformats.org/drawingml/2006/main">
              <a:ext uri="{FF2B5EF4-FFF2-40B4-BE49-F238E27FC236}">
                <a16:creationId xmlns:a16="http://schemas.microsoft.com/office/drawing/2014/main" id="{E78A5A82-DD38-4CE4-8E74-C24EEBA5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5" name="crop-R-13-KP6">
            <a:extLst xmlns:a="http://schemas.openxmlformats.org/drawingml/2006/main">
              <a:ext uri="{FF2B5EF4-FFF2-40B4-BE49-F238E27FC236}">
                <a16:creationId xmlns:a16="http://schemas.microsoft.com/office/drawing/2014/main" id="{CA91D1A3-7F8A-4DF3-91BE-35E313C2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77382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6" name="crop-T-13-KP6">
            <a:extLst xmlns:a="http://schemas.openxmlformats.org/drawingml/2006/main">
              <a:ext uri="{FF2B5EF4-FFF2-40B4-BE49-F238E27FC236}">
                <a16:creationId xmlns:a16="http://schemas.microsoft.com/office/drawing/2014/main" id="{D7C861D2-18F8-41E9-9A47-D3CB3A7B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7761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7" name="crop-B-13-KP6">
            <a:extLst xmlns:a="http://schemas.openxmlformats.org/drawingml/2006/main">
              <a:ext uri="{FF2B5EF4-FFF2-40B4-BE49-F238E27FC236}">
                <a16:creationId xmlns:a16="http://schemas.microsoft.com/office/drawing/2014/main" id="{FC9CFDB8-14A0-4BAC-87A5-B334F8F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780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28" name="set-label-15">
            <a:extLst xmlns:a="http://schemas.openxmlformats.org/drawingml/2006/main">
              <a:ext uri="{FF2B5EF4-FFF2-40B4-BE49-F238E27FC236}">
                <a16:creationId xmlns:a16="http://schemas.microsoft.com/office/drawing/2014/main" id="{D5B0C94E-811E-4BC5-AD1E-27016751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80892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15</a:t>
            </a:r>
          </a:p>
        </p:txBody>
      </p:sp>
      <p:sp>
        <p:nvSpPr>
          <p:cNvPr id="629" name="set-15-KP0-black-border">
            <a:extLst xmlns:a="http://schemas.openxmlformats.org/drawingml/2006/main">
              <a:ext uri="{FF2B5EF4-FFF2-40B4-BE49-F238E27FC236}">
                <a16:creationId xmlns:a16="http://schemas.microsoft.com/office/drawing/2014/main" id="{048AB437-1421-42CF-8AE1-9C5CDF9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30" name="set-15-KP0-color-band">
            <a:extLst xmlns:a="http://schemas.openxmlformats.org/drawingml/2006/main">
              <a:ext uri="{FF2B5EF4-FFF2-40B4-BE49-F238E27FC236}">
                <a16:creationId xmlns:a16="http://schemas.microsoft.com/office/drawing/2014/main" id="{E7D79B85-29A9-44D1-8D94-8D02ADF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631" name="crop-L-14-KP0">
            <a:extLst xmlns:a="http://schemas.openxmlformats.org/drawingml/2006/main">
              <a:ext uri="{FF2B5EF4-FFF2-40B4-BE49-F238E27FC236}">
                <a16:creationId xmlns:a16="http://schemas.microsoft.com/office/drawing/2014/main" id="{A6612027-1DC0-497A-9138-0C38FF14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2" name="crop-R-14-KP0">
            <a:extLst xmlns:a="http://schemas.openxmlformats.org/drawingml/2006/main">
              <a:ext uri="{FF2B5EF4-FFF2-40B4-BE49-F238E27FC236}">
                <a16:creationId xmlns:a16="http://schemas.microsoft.com/office/drawing/2014/main" id="{4506AF5E-EE43-4542-8178-0C781283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3" name="crop-T-14-KP0">
            <a:extLst xmlns:a="http://schemas.openxmlformats.org/drawingml/2006/main">
              <a:ext uri="{FF2B5EF4-FFF2-40B4-BE49-F238E27FC236}">
                <a16:creationId xmlns:a16="http://schemas.microsoft.com/office/drawing/2014/main" id="{2127779F-FBCF-408B-8323-95AF133A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4" name="crop-B-14-KP0">
            <a:extLst xmlns:a="http://schemas.openxmlformats.org/drawingml/2006/main">
              <a:ext uri="{FF2B5EF4-FFF2-40B4-BE49-F238E27FC236}">
                <a16:creationId xmlns:a16="http://schemas.microsoft.com/office/drawing/2014/main" id="{763ED180-79DF-423A-BA92-2286A411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5" name="set-15-KP1-black-border">
            <a:extLst xmlns:a="http://schemas.openxmlformats.org/drawingml/2006/main">
              <a:ext uri="{FF2B5EF4-FFF2-40B4-BE49-F238E27FC236}">
                <a16:creationId xmlns:a16="http://schemas.microsoft.com/office/drawing/2014/main" id="{BE38E2B1-9868-4A34-9698-9039C519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36" name="set-15-KP1-color-band">
            <a:extLst xmlns:a="http://schemas.openxmlformats.org/drawingml/2006/main">
              <a:ext uri="{FF2B5EF4-FFF2-40B4-BE49-F238E27FC236}">
                <a16:creationId xmlns:a16="http://schemas.microsoft.com/office/drawing/2014/main" id="{AE778572-FE9A-47A2-86AA-A0E0D25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637" name="crop-L-14-KP1">
            <a:extLst xmlns:a="http://schemas.openxmlformats.org/drawingml/2006/main">
              <a:ext uri="{FF2B5EF4-FFF2-40B4-BE49-F238E27FC236}">
                <a16:creationId xmlns:a16="http://schemas.microsoft.com/office/drawing/2014/main" id="{615AFEA0-8B95-4DD7-9E88-CD1650B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8" name="crop-R-14-KP1">
            <a:extLst xmlns:a="http://schemas.openxmlformats.org/drawingml/2006/main">
              <a:ext uri="{FF2B5EF4-FFF2-40B4-BE49-F238E27FC236}">
                <a16:creationId xmlns:a16="http://schemas.microsoft.com/office/drawing/2014/main" id="{1CCBE2BB-CBFF-4EE2-9A76-3D9E6BD0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39" name="crop-T-14-KP1">
            <a:extLst xmlns:a="http://schemas.openxmlformats.org/drawingml/2006/main">
              <a:ext uri="{FF2B5EF4-FFF2-40B4-BE49-F238E27FC236}">
                <a16:creationId xmlns:a16="http://schemas.microsoft.com/office/drawing/2014/main" id="{9EAD9E01-1A7D-460D-86BC-E9F26276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0" name="crop-B-14-KP1">
            <a:extLst xmlns:a="http://schemas.openxmlformats.org/drawingml/2006/main">
              <a:ext uri="{FF2B5EF4-FFF2-40B4-BE49-F238E27FC236}">
                <a16:creationId xmlns:a16="http://schemas.microsoft.com/office/drawing/2014/main" id="{06AD9330-1417-44AE-AF93-060C71A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1" name="set-15-KP2-black-border">
            <a:extLst xmlns:a="http://schemas.openxmlformats.org/drawingml/2006/main">
              <a:ext uri="{FF2B5EF4-FFF2-40B4-BE49-F238E27FC236}">
                <a16:creationId xmlns:a16="http://schemas.microsoft.com/office/drawing/2014/main" id="{EA21E720-B2AC-45E5-8519-E151063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42" name="set-15-KP2-color-band">
            <a:extLst xmlns:a="http://schemas.openxmlformats.org/drawingml/2006/main">
              <a:ext uri="{FF2B5EF4-FFF2-40B4-BE49-F238E27FC236}">
                <a16:creationId xmlns:a16="http://schemas.microsoft.com/office/drawing/2014/main" id="{CB1CE4CA-3814-40B4-A3D0-EC4A4471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643" name="crop-L-14-KP2">
            <a:extLst xmlns:a="http://schemas.openxmlformats.org/drawingml/2006/main">
              <a:ext uri="{FF2B5EF4-FFF2-40B4-BE49-F238E27FC236}">
                <a16:creationId xmlns:a16="http://schemas.microsoft.com/office/drawing/2014/main" id="{FCC2AFFD-E56D-4F32-ABBD-D3117E8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4" name="crop-R-14-KP2">
            <a:extLst xmlns:a="http://schemas.openxmlformats.org/drawingml/2006/main">
              <a:ext uri="{FF2B5EF4-FFF2-40B4-BE49-F238E27FC236}">
                <a16:creationId xmlns:a16="http://schemas.microsoft.com/office/drawing/2014/main" id="{123C9549-6D24-4606-B012-1C45C68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5" name="crop-T-14-KP2">
            <a:extLst xmlns:a="http://schemas.openxmlformats.org/drawingml/2006/main">
              <a:ext uri="{FF2B5EF4-FFF2-40B4-BE49-F238E27FC236}">
                <a16:creationId xmlns:a16="http://schemas.microsoft.com/office/drawing/2014/main" id="{816B4EBD-73A3-4596-B347-89AF72A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6" name="crop-B-14-KP2">
            <a:extLst xmlns:a="http://schemas.openxmlformats.org/drawingml/2006/main">
              <a:ext uri="{FF2B5EF4-FFF2-40B4-BE49-F238E27FC236}">
                <a16:creationId xmlns:a16="http://schemas.microsoft.com/office/drawing/2014/main" id="{CEA4BEAA-9F73-44E3-A295-96CEE36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47" name="set-15-KP3-black-border">
            <a:extLst xmlns:a="http://schemas.openxmlformats.org/drawingml/2006/main">
              <a:ext uri="{FF2B5EF4-FFF2-40B4-BE49-F238E27FC236}">
                <a16:creationId xmlns:a16="http://schemas.microsoft.com/office/drawing/2014/main" id="{2438128A-87E5-4605-B8CE-68F03735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48" name="set-15-KP3-color-band">
            <a:extLst xmlns:a="http://schemas.openxmlformats.org/drawingml/2006/main">
              <a:ext uri="{FF2B5EF4-FFF2-40B4-BE49-F238E27FC236}">
                <a16:creationId xmlns:a16="http://schemas.microsoft.com/office/drawing/2014/main" id="{606439CD-54CF-45E5-A58E-A0D96C0D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649" name="crop-L-14-KP3">
            <a:extLst xmlns:a="http://schemas.openxmlformats.org/drawingml/2006/main">
              <a:ext uri="{FF2B5EF4-FFF2-40B4-BE49-F238E27FC236}">
                <a16:creationId xmlns:a16="http://schemas.microsoft.com/office/drawing/2014/main" id="{CF22FAA1-BF7B-4915-9052-BD88A4C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0" name="crop-R-14-KP3">
            <a:extLst xmlns:a="http://schemas.openxmlformats.org/drawingml/2006/main">
              <a:ext uri="{FF2B5EF4-FFF2-40B4-BE49-F238E27FC236}">
                <a16:creationId xmlns:a16="http://schemas.microsoft.com/office/drawing/2014/main" id="{7A3CB24F-632B-4BD5-82CC-420D1952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1" name="crop-T-14-KP3">
            <a:extLst xmlns:a="http://schemas.openxmlformats.org/drawingml/2006/main">
              <a:ext uri="{FF2B5EF4-FFF2-40B4-BE49-F238E27FC236}">
                <a16:creationId xmlns:a16="http://schemas.microsoft.com/office/drawing/2014/main" id="{BC9B3B91-D89C-4DC7-A982-63C5D32C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2" name="crop-B-14-KP3">
            <a:extLst xmlns:a="http://schemas.openxmlformats.org/drawingml/2006/main">
              <a:ext uri="{FF2B5EF4-FFF2-40B4-BE49-F238E27FC236}">
                <a16:creationId xmlns:a16="http://schemas.microsoft.com/office/drawing/2014/main" id="{6D480A4A-4464-4266-AE5A-7D6006D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3" name="set-15-KP4-black-border">
            <a:extLst xmlns:a="http://schemas.openxmlformats.org/drawingml/2006/main">
              <a:ext uri="{FF2B5EF4-FFF2-40B4-BE49-F238E27FC236}">
                <a16:creationId xmlns:a16="http://schemas.microsoft.com/office/drawing/2014/main" id="{CBE1A2A5-3CB9-435F-8B64-96463BC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54" name="set-15-KP4-color-band">
            <a:extLst xmlns:a="http://schemas.openxmlformats.org/drawingml/2006/main">
              <a:ext uri="{FF2B5EF4-FFF2-40B4-BE49-F238E27FC236}">
                <a16:creationId xmlns:a16="http://schemas.microsoft.com/office/drawing/2014/main" id="{C591CD4E-6ABF-46A2-8B09-77C6B37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655" name="crop-L-14-KP4">
            <a:extLst xmlns:a="http://schemas.openxmlformats.org/drawingml/2006/main">
              <a:ext uri="{FF2B5EF4-FFF2-40B4-BE49-F238E27FC236}">
                <a16:creationId xmlns:a16="http://schemas.microsoft.com/office/drawing/2014/main" id="{B5B88A33-1B3B-4894-B929-92445A11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6" name="crop-R-14-KP4">
            <a:extLst xmlns:a="http://schemas.openxmlformats.org/drawingml/2006/main">
              <a:ext uri="{FF2B5EF4-FFF2-40B4-BE49-F238E27FC236}">
                <a16:creationId xmlns:a16="http://schemas.microsoft.com/office/drawing/2014/main" id="{4CEBBBEA-EBE3-40ED-B259-EE02662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7" name="crop-T-14-KP4">
            <a:extLst xmlns:a="http://schemas.openxmlformats.org/drawingml/2006/main">
              <a:ext uri="{FF2B5EF4-FFF2-40B4-BE49-F238E27FC236}">
                <a16:creationId xmlns:a16="http://schemas.microsoft.com/office/drawing/2014/main" id="{9D023CA7-CC1F-4D6F-B342-5C7C4D2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8" name="crop-B-14-KP4">
            <a:extLst xmlns:a="http://schemas.openxmlformats.org/drawingml/2006/main">
              <a:ext uri="{FF2B5EF4-FFF2-40B4-BE49-F238E27FC236}">
                <a16:creationId xmlns:a16="http://schemas.microsoft.com/office/drawing/2014/main" id="{09C57A0F-84B7-49F5-B13F-830A6D3A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59" name="set-15-KP5-black-border">
            <a:extLst xmlns:a="http://schemas.openxmlformats.org/drawingml/2006/main">
              <a:ext uri="{FF2B5EF4-FFF2-40B4-BE49-F238E27FC236}">
                <a16:creationId xmlns:a16="http://schemas.microsoft.com/office/drawing/2014/main" id="{73A1B051-EEC5-465B-B074-AD09516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60" name="set-15-KP5-color-band">
            <a:extLst xmlns:a="http://schemas.openxmlformats.org/drawingml/2006/main">
              <a:ext uri="{FF2B5EF4-FFF2-40B4-BE49-F238E27FC236}">
                <a16:creationId xmlns:a16="http://schemas.microsoft.com/office/drawing/2014/main" id="{31F2F561-58F5-49A6-B0AE-8083345A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661" name="crop-L-14-KP5">
            <a:extLst xmlns:a="http://schemas.openxmlformats.org/drawingml/2006/main">
              <a:ext uri="{FF2B5EF4-FFF2-40B4-BE49-F238E27FC236}">
                <a16:creationId xmlns:a16="http://schemas.microsoft.com/office/drawing/2014/main" id="{88CFD352-5820-4177-9D09-14C1E74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2" name="crop-R-14-KP5">
            <a:extLst xmlns:a="http://schemas.openxmlformats.org/drawingml/2006/main">
              <a:ext uri="{FF2B5EF4-FFF2-40B4-BE49-F238E27FC236}">
                <a16:creationId xmlns:a16="http://schemas.microsoft.com/office/drawing/2014/main" id="{21ABF1F3-B517-40D5-829D-F310FD7C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3" name="crop-T-14-KP5">
            <a:extLst xmlns:a="http://schemas.openxmlformats.org/drawingml/2006/main">
              <a:ext uri="{FF2B5EF4-FFF2-40B4-BE49-F238E27FC236}">
                <a16:creationId xmlns:a16="http://schemas.microsoft.com/office/drawing/2014/main" id="{CD485069-DFF7-46C7-A6C2-5905955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4" name="crop-B-14-KP5">
            <a:extLst xmlns:a="http://schemas.openxmlformats.org/drawingml/2006/main">
              <a:ext uri="{FF2B5EF4-FFF2-40B4-BE49-F238E27FC236}">
                <a16:creationId xmlns:a16="http://schemas.microsoft.com/office/drawing/2014/main" id="{F82DD849-54F1-4A96-A063-6CC0979A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5" name="set-15-KP6-black-border">
            <a:extLst xmlns:a="http://schemas.openxmlformats.org/drawingml/2006/main">
              <a:ext uri="{FF2B5EF4-FFF2-40B4-BE49-F238E27FC236}">
                <a16:creationId xmlns:a16="http://schemas.microsoft.com/office/drawing/2014/main" id="{C2550FCB-7C0E-4232-9FF4-42B964B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1648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66" name="set-15-KP6-color-band">
            <a:extLst xmlns:a="http://schemas.openxmlformats.org/drawingml/2006/main">
              <a:ext uri="{FF2B5EF4-FFF2-40B4-BE49-F238E27FC236}">
                <a16:creationId xmlns:a16="http://schemas.microsoft.com/office/drawing/2014/main" id="{466F609F-95AD-403C-A20E-C0F03087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1720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667" name="crop-L-14-KP6">
            <a:extLst xmlns:a="http://schemas.openxmlformats.org/drawingml/2006/main">
              <a:ext uri="{FF2B5EF4-FFF2-40B4-BE49-F238E27FC236}">
                <a16:creationId xmlns:a16="http://schemas.microsoft.com/office/drawing/2014/main" id="{7D2CB058-4D54-4876-99C8-3CB9FA4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8" name="crop-R-14-KP6">
            <a:extLst xmlns:a="http://schemas.openxmlformats.org/drawingml/2006/main">
              <a:ext uri="{FF2B5EF4-FFF2-40B4-BE49-F238E27FC236}">
                <a16:creationId xmlns:a16="http://schemas.microsoft.com/office/drawing/2014/main" id="{A772FB64-C716-4D29-A792-5B4999F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81414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69" name="crop-T-14-KP6">
            <a:extLst xmlns:a="http://schemas.openxmlformats.org/drawingml/2006/main">
              <a:ext uri="{FF2B5EF4-FFF2-40B4-BE49-F238E27FC236}">
                <a16:creationId xmlns:a16="http://schemas.microsoft.com/office/drawing/2014/main" id="{73D148B6-92FC-4DCE-95A6-F88C5BC1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81648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0" name="crop-B-14-KP6">
            <a:extLst xmlns:a="http://schemas.openxmlformats.org/drawingml/2006/main">
              <a:ext uri="{FF2B5EF4-FFF2-40B4-BE49-F238E27FC236}">
                <a16:creationId xmlns:a16="http://schemas.microsoft.com/office/drawing/2014/main" id="{2E06F5F6-BD35-4AFC-B606-36435E8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820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1" name="set-label-16">
            <a:extLst xmlns:a="http://schemas.openxmlformats.org/drawingml/2006/main">
              <a:ext uri="{FF2B5EF4-FFF2-40B4-BE49-F238E27FC236}">
                <a16:creationId xmlns:a16="http://schemas.microsoft.com/office/drawing/2014/main" id="{82E1B5A2-EFB8-4AEB-9185-ACA07971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84924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16</a:t>
            </a:r>
          </a:p>
        </p:txBody>
      </p:sp>
      <p:sp>
        <p:nvSpPr>
          <p:cNvPr id="672" name="set-16-KP0-black-border">
            <a:extLst xmlns:a="http://schemas.openxmlformats.org/drawingml/2006/main">
              <a:ext uri="{FF2B5EF4-FFF2-40B4-BE49-F238E27FC236}">
                <a16:creationId xmlns:a16="http://schemas.microsoft.com/office/drawing/2014/main" id="{11FBD6A0-DBDE-40AF-A0A5-95DFC8D1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73" name="set-16-KP0-color-band">
            <a:extLst xmlns:a="http://schemas.openxmlformats.org/drawingml/2006/main">
              <a:ext uri="{FF2B5EF4-FFF2-40B4-BE49-F238E27FC236}">
                <a16:creationId xmlns:a16="http://schemas.microsoft.com/office/drawing/2014/main" id="{7F4B7B99-1ECA-495D-A10E-FD2B6C3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674" name="crop-L-15-KP0">
            <a:extLst xmlns:a="http://schemas.openxmlformats.org/drawingml/2006/main">
              <a:ext uri="{FF2B5EF4-FFF2-40B4-BE49-F238E27FC236}">
                <a16:creationId xmlns:a16="http://schemas.microsoft.com/office/drawing/2014/main" id="{41FE557D-01DB-4CB1-902B-666D4705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5" name="crop-R-15-KP0">
            <a:extLst xmlns:a="http://schemas.openxmlformats.org/drawingml/2006/main">
              <a:ext uri="{FF2B5EF4-FFF2-40B4-BE49-F238E27FC236}">
                <a16:creationId xmlns:a16="http://schemas.microsoft.com/office/drawing/2014/main" id="{993D79B3-54BC-4543-A16E-FB0C6301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6" name="crop-T-15-KP0">
            <a:extLst xmlns:a="http://schemas.openxmlformats.org/drawingml/2006/main">
              <a:ext uri="{FF2B5EF4-FFF2-40B4-BE49-F238E27FC236}">
                <a16:creationId xmlns:a16="http://schemas.microsoft.com/office/drawing/2014/main" id="{FC6A2C83-7C77-4C76-B3D5-F0CF21C8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7" name="crop-B-15-KP0">
            <a:extLst xmlns:a="http://schemas.openxmlformats.org/drawingml/2006/main">
              <a:ext uri="{FF2B5EF4-FFF2-40B4-BE49-F238E27FC236}">
                <a16:creationId xmlns:a16="http://schemas.microsoft.com/office/drawing/2014/main" id="{1BCF5167-EEC9-4071-93BB-A0654D5D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78" name="set-16-KP1-black-border">
            <a:extLst xmlns:a="http://schemas.openxmlformats.org/drawingml/2006/main">
              <a:ext uri="{FF2B5EF4-FFF2-40B4-BE49-F238E27FC236}">
                <a16:creationId xmlns:a16="http://schemas.microsoft.com/office/drawing/2014/main" id="{6AC812DC-02E0-4CAE-9921-C02C215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79" name="set-16-KP1-color-band">
            <a:extLst xmlns:a="http://schemas.openxmlformats.org/drawingml/2006/main">
              <a:ext uri="{FF2B5EF4-FFF2-40B4-BE49-F238E27FC236}">
                <a16:creationId xmlns:a16="http://schemas.microsoft.com/office/drawing/2014/main" id="{41CBE902-CE71-49D6-A051-C82184F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680" name="crop-L-15-KP1">
            <a:extLst xmlns:a="http://schemas.openxmlformats.org/drawingml/2006/main">
              <a:ext uri="{FF2B5EF4-FFF2-40B4-BE49-F238E27FC236}">
                <a16:creationId xmlns:a16="http://schemas.microsoft.com/office/drawing/2014/main" id="{7AD02F82-5B0A-4469-B47A-BAB87B4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1" name="crop-R-15-KP1">
            <a:extLst xmlns:a="http://schemas.openxmlformats.org/drawingml/2006/main">
              <a:ext uri="{FF2B5EF4-FFF2-40B4-BE49-F238E27FC236}">
                <a16:creationId xmlns:a16="http://schemas.microsoft.com/office/drawing/2014/main" id="{13A18D35-BEF5-4AAD-A986-F2A048C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2" name="crop-T-15-KP1">
            <a:extLst xmlns:a="http://schemas.openxmlformats.org/drawingml/2006/main">
              <a:ext uri="{FF2B5EF4-FFF2-40B4-BE49-F238E27FC236}">
                <a16:creationId xmlns:a16="http://schemas.microsoft.com/office/drawing/2014/main" id="{FB761703-14A9-4330-B2DF-D10550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3" name="crop-B-15-KP1">
            <a:extLst xmlns:a="http://schemas.openxmlformats.org/drawingml/2006/main">
              <a:ext uri="{FF2B5EF4-FFF2-40B4-BE49-F238E27FC236}">
                <a16:creationId xmlns:a16="http://schemas.microsoft.com/office/drawing/2014/main" id="{8BDAD6AF-AF2F-4831-8383-C1E4AD2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4" name="set-16-KP2-black-border">
            <a:extLst xmlns:a="http://schemas.openxmlformats.org/drawingml/2006/main">
              <a:ext uri="{FF2B5EF4-FFF2-40B4-BE49-F238E27FC236}">
                <a16:creationId xmlns:a16="http://schemas.microsoft.com/office/drawing/2014/main" id="{1B965026-1581-45B9-BE14-4E673B3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85" name="set-16-KP2-color-band">
            <a:extLst xmlns:a="http://schemas.openxmlformats.org/drawingml/2006/main">
              <a:ext uri="{FF2B5EF4-FFF2-40B4-BE49-F238E27FC236}">
                <a16:creationId xmlns:a16="http://schemas.microsoft.com/office/drawing/2014/main" id="{B29F9650-0F1A-46E1-B417-42DFAA0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686" name="crop-L-15-KP2">
            <a:extLst xmlns:a="http://schemas.openxmlformats.org/drawingml/2006/main">
              <a:ext uri="{FF2B5EF4-FFF2-40B4-BE49-F238E27FC236}">
                <a16:creationId xmlns:a16="http://schemas.microsoft.com/office/drawing/2014/main" id="{D39EACF2-738D-42DE-A21A-BF1CE7F4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7" name="crop-R-15-KP2">
            <a:extLst xmlns:a="http://schemas.openxmlformats.org/drawingml/2006/main">
              <a:ext uri="{FF2B5EF4-FFF2-40B4-BE49-F238E27FC236}">
                <a16:creationId xmlns:a16="http://schemas.microsoft.com/office/drawing/2014/main" id="{DA6A95AA-9041-4FBE-9479-3349027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8" name="crop-T-15-KP2">
            <a:extLst xmlns:a="http://schemas.openxmlformats.org/drawingml/2006/main">
              <a:ext uri="{FF2B5EF4-FFF2-40B4-BE49-F238E27FC236}">
                <a16:creationId xmlns:a16="http://schemas.microsoft.com/office/drawing/2014/main" id="{A6C74EED-290D-4CDF-82B0-56A4931D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89" name="crop-B-15-KP2">
            <a:extLst xmlns:a="http://schemas.openxmlformats.org/drawingml/2006/main">
              <a:ext uri="{FF2B5EF4-FFF2-40B4-BE49-F238E27FC236}">
                <a16:creationId xmlns:a16="http://schemas.microsoft.com/office/drawing/2014/main" id="{F03A2665-8E85-48AD-8B58-6DE83BE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0" name="set-16-KP3-black-border">
            <a:extLst xmlns:a="http://schemas.openxmlformats.org/drawingml/2006/main">
              <a:ext uri="{FF2B5EF4-FFF2-40B4-BE49-F238E27FC236}">
                <a16:creationId xmlns:a16="http://schemas.microsoft.com/office/drawing/2014/main" id="{7D9612D4-A643-40EA-A16A-C884E72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91" name="set-16-KP3-color-band">
            <a:extLst xmlns:a="http://schemas.openxmlformats.org/drawingml/2006/main">
              <a:ext uri="{FF2B5EF4-FFF2-40B4-BE49-F238E27FC236}">
                <a16:creationId xmlns:a16="http://schemas.microsoft.com/office/drawing/2014/main" id="{3182C118-ABB3-4B32-8556-1903E3D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692" name="crop-L-15-KP3">
            <a:extLst xmlns:a="http://schemas.openxmlformats.org/drawingml/2006/main">
              <a:ext uri="{FF2B5EF4-FFF2-40B4-BE49-F238E27FC236}">
                <a16:creationId xmlns:a16="http://schemas.microsoft.com/office/drawing/2014/main" id="{100D8FE1-F65D-42BB-B6A0-818441B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3" name="crop-R-15-KP3">
            <a:extLst xmlns:a="http://schemas.openxmlformats.org/drawingml/2006/main">
              <a:ext uri="{FF2B5EF4-FFF2-40B4-BE49-F238E27FC236}">
                <a16:creationId xmlns:a16="http://schemas.microsoft.com/office/drawing/2014/main" id="{71D123FA-34BB-4158-B4F4-384FC892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4" name="crop-T-15-KP3">
            <a:extLst xmlns:a="http://schemas.openxmlformats.org/drawingml/2006/main">
              <a:ext uri="{FF2B5EF4-FFF2-40B4-BE49-F238E27FC236}">
                <a16:creationId xmlns:a16="http://schemas.microsoft.com/office/drawing/2014/main" id="{8ACB900E-AE9F-4564-82D4-018096BB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5" name="crop-B-15-KP3">
            <a:extLst xmlns:a="http://schemas.openxmlformats.org/drawingml/2006/main">
              <a:ext uri="{FF2B5EF4-FFF2-40B4-BE49-F238E27FC236}">
                <a16:creationId xmlns:a16="http://schemas.microsoft.com/office/drawing/2014/main" id="{5D9E2D36-D474-47CF-BEB4-921DCC27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6" name="set-16-KP4-black-border">
            <a:extLst xmlns:a="http://schemas.openxmlformats.org/drawingml/2006/main">
              <a:ext uri="{FF2B5EF4-FFF2-40B4-BE49-F238E27FC236}">
                <a16:creationId xmlns:a16="http://schemas.microsoft.com/office/drawing/2014/main" id="{A0C2D6FC-6933-4497-87CB-B46E0F4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697" name="set-16-KP4-color-band">
            <a:extLst xmlns:a="http://schemas.openxmlformats.org/drawingml/2006/main">
              <a:ext uri="{FF2B5EF4-FFF2-40B4-BE49-F238E27FC236}">
                <a16:creationId xmlns:a16="http://schemas.microsoft.com/office/drawing/2014/main" id="{465169D1-D747-4072-9C83-B81105E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698" name="crop-L-15-KP4">
            <a:extLst xmlns:a="http://schemas.openxmlformats.org/drawingml/2006/main">
              <a:ext uri="{FF2B5EF4-FFF2-40B4-BE49-F238E27FC236}">
                <a16:creationId xmlns:a16="http://schemas.microsoft.com/office/drawing/2014/main" id="{9EE1BCFC-9F68-4A05-9BE2-17A6603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699" name="crop-R-15-KP4">
            <a:extLst xmlns:a="http://schemas.openxmlformats.org/drawingml/2006/main">
              <a:ext uri="{FF2B5EF4-FFF2-40B4-BE49-F238E27FC236}">
                <a16:creationId xmlns:a16="http://schemas.microsoft.com/office/drawing/2014/main" id="{2E3B9D37-E82B-4F69-AE87-B40F1AA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0" name="crop-T-15-KP4">
            <a:extLst xmlns:a="http://schemas.openxmlformats.org/drawingml/2006/main">
              <a:ext uri="{FF2B5EF4-FFF2-40B4-BE49-F238E27FC236}">
                <a16:creationId xmlns:a16="http://schemas.microsoft.com/office/drawing/2014/main" id="{9311D383-8A9E-482C-9F79-715A7F4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1" name="crop-B-15-KP4">
            <a:extLst xmlns:a="http://schemas.openxmlformats.org/drawingml/2006/main">
              <a:ext uri="{FF2B5EF4-FFF2-40B4-BE49-F238E27FC236}">
                <a16:creationId xmlns:a16="http://schemas.microsoft.com/office/drawing/2014/main" id="{C6F30BA0-D95D-4D03-B0E0-5B617AA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2" name="set-16-KP5-black-border">
            <a:extLst xmlns:a="http://schemas.openxmlformats.org/drawingml/2006/main">
              <a:ext uri="{FF2B5EF4-FFF2-40B4-BE49-F238E27FC236}">
                <a16:creationId xmlns:a16="http://schemas.microsoft.com/office/drawing/2014/main" id="{EED7FB7E-099D-4E4C-99FD-997BEFD1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03" name="set-16-KP5-color-band">
            <a:extLst xmlns:a="http://schemas.openxmlformats.org/drawingml/2006/main">
              <a:ext uri="{FF2B5EF4-FFF2-40B4-BE49-F238E27FC236}">
                <a16:creationId xmlns:a16="http://schemas.microsoft.com/office/drawing/2014/main" id="{66087EA1-ADB1-47AD-8D11-C14632E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704" name="crop-L-15-KP5">
            <a:extLst xmlns:a="http://schemas.openxmlformats.org/drawingml/2006/main">
              <a:ext uri="{FF2B5EF4-FFF2-40B4-BE49-F238E27FC236}">
                <a16:creationId xmlns:a16="http://schemas.microsoft.com/office/drawing/2014/main" id="{9E747A40-36DC-42AF-A77A-D5BEFFBE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5" name="crop-R-15-KP5">
            <a:extLst xmlns:a="http://schemas.openxmlformats.org/drawingml/2006/main">
              <a:ext uri="{FF2B5EF4-FFF2-40B4-BE49-F238E27FC236}">
                <a16:creationId xmlns:a16="http://schemas.microsoft.com/office/drawing/2014/main" id="{35EEBBB2-CE37-4F84-9021-6A42836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6" name="crop-T-15-KP5">
            <a:extLst xmlns:a="http://schemas.openxmlformats.org/drawingml/2006/main">
              <a:ext uri="{FF2B5EF4-FFF2-40B4-BE49-F238E27FC236}">
                <a16:creationId xmlns:a16="http://schemas.microsoft.com/office/drawing/2014/main" id="{BFC8BB76-F920-41B6-B164-E22655B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7" name="crop-B-15-KP5">
            <a:extLst xmlns:a="http://schemas.openxmlformats.org/drawingml/2006/main">
              <a:ext uri="{FF2B5EF4-FFF2-40B4-BE49-F238E27FC236}">
                <a16:creationId xmlns:a16="http://schemas.microsoft.com/office/drawing/2014/main" id="{59109CDC-36AC-4103-9974-D18A8B58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08" name="set-16-KP6-black-border">
            <a:extLst xmlns:a="http://schemas.openxmlformats.org/drawingml/2006/main">
              <a:ext uri="{FF2B5EF4-FFF2-40B4-BE49-F238E27FC236}">
                <a16:creationId xmlns:a16="http://schemas.microsoft.com/office/drawing/2014/main" id="{FA731205-5EBE-4F21-B5D6-4BE89DA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5680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09" name="set-16-KP6-color-band">
            <a:extLst xmlns:a="http://schemas.openxmlformats.org/drawingml/2006/main">
              <a:ext uri="{FF2B5EF4-FFF2-40B4-BE49-F238E27FC236}">
                <a16:creationId xmlns:a16="http://schemas.microsoft.com/office/drawing/2014/main" id="{0487FA4B-BEA7-422A-ADCD-65CA550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5752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710" name="crop-L-15-KP6">
            <a:extLst xmlns:a="http://schemas.openxmlformats.org/drawingml/2006/main">
              <a:ext uri="{FF2B5EF4-FFF2-40B4-BE49-F238E27FC236}">
                <a16:creationId xmlns:a16="http://schemas.microsoft.com/office/drawing/2014/main" id="{741D8A3A-D8B0-4B7C-AFB0-96453F1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1" name="crop-R-15-KP6">
            <a:extLst xmlns:a="http://schemas.openxmlformats.org/drawingml/2006/main">
              <a:ext uri="{FF2B5EF4-FFF2-40B4-BE49-F238E27FC236}">
                <a16:creationId xmlns:a16="http://schemas.microsoft.com/office/drawing/2014/main" id="{E5EE97BF-82F9-412C-A635-26602451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85446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2" name="crop-T-15-KP6">
            <a:extLst xmlns:a="http://schemas.openxmlformats.org/drawingml/2006/main">
              <a:ext uri="{FF2B5EF4-FFF2-40B4-BE49-F238E27FC236}">
                <a16:creationId xmlns:a16="http://schemas.microsoft.com/office/drawing/2014/main" id="{36BDCEC9-7CD3-4008-8AFA-1C559C7D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85680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3" name="crop-B-15-KP6">
            <a:extLst xmlns:a="http://schemas.openxmlformats.org/drawingml/2006/main">
              <a:ext uri="{FF2B5EF4-FFF2-40B4-BE49-F238E27FC236}">
                <a16:creationId xmlns:a16="http://schemas.microsoft.com/office/drawing/2014/main" id="{A8EA91F8-4F5F-4EE2-A17C-5537FAD6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861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4" name="set-label-17">
            <a:extLst xmlns:a="http://schemas.openxmlformats.org/drawingml/2006/main">
              <a:ext uri="{FF2B5EF4-FFF2-40B4-BE49-F238E27FC236}">
                <a16:creationId xmlns:a16="http://schemas.microsoft.com/office/drawing/2014/main" id="{CA91CBE4-AC8E-4692-B6CF-78BEEFC8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88956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17</a:t>
            </a:r>
          </a:p>
        </p:txBody>
      </p:sp>
      <p:sp>
        <p:nvSpPr>
          <p:cNvPr id="715" name="set-17-KP0-black-border">
            <a:extLst xmlns:a="http://schemas.openxmlformats.org/drawingml/2006/main">
              <a:ext uri="{FF2B5EF4-FFF2-40B4-BE49-F238E27FC236}">
                <a16:creationId xmlns:a16="http://schemas.microsoft.com/office/drawing/2014/main" id="{ADE98811-6EE5-4D16-89DF-ED34928D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16" name="set-17-KP0-color-band">
            <a:extLst xmlns:a="http://schemas.openxmlformats.org/drawingml/2006/main">
              <a:ext uri="{FF2B5EF4-FFF2-40B4-BE49-F238E27FC236}">
                <a16:creationId xmlns:a16="http://schemas.microsoft.com/office/drawing/2014/main" id="{FC7100BD-A439-4C07-B05C-073FC26A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717" name="crop-L-16-KP0">
            <a:extLst xmlns:a="http://schemas.openxmlformats.org/drawingml/2006/main">
              <a:ext uri="{FF2B5EF4-FFF2-40B4-BE49-F238E27FC236}">
                <a16:creationId xmlns:a16="http://schemas.microsoft.com/office/drawing/2014/main" id="{60AD85A6-B08A-4165-BB2A-B6181ECD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8" name="crop-R-16-KP0">
            <a:extLst xmlns:a="http://schemas.openxmlformats.org/drawingml/2006/main">
              <a:ext uri="{FF2B5EF4-FFF2-40B4-BE49-F238E27FC236}">
                <a16:creationId xmlns:a16="http://schemas.microsoft.com/office/drawing/2014/main" id="{98CE609C-F789-4607-80A9-2E8B11E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19" name="crop-T-16-KP0">
            <a:extLst xmlns:a="http://schemas.openxmlformats.org/drawingml/2006/main">
              <a:ext uri="{FF2B5EF4-FFF2-40B4-BE49-F238E27FC236}">
                <a16:creationId xmlns:a16="http://schemas.microsoft.com/office/drawing/2014/main" id="{7265AB00-4463-4A6C-B637-455CE8F7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0" name="crop-B-16-KP0">
            <a:extLst xmlns:a="http://schemas.openxmlformats.org/drawingml/2006/main">
              <a:ext uri="{FF2B5EF4-FFF2-40B4-BE49-F238E27FC236}">
                <a16:creationId xmlns:a16="http://schemas.microsoft.com/office/drawing/2014/main" id="{709E139F-7DB7-4C95-874E-2A2CF1D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1" name="set-17-KP1-black-border">
            <a:extLst xmlns:a="http://schemas.openxmlformats.org/drawingml/2006/main">
              <a:ext uri="{FF2B5EF4-FFF2-40B4-BE49-F238E27FC236}">
                <a16:creationId xmlns:a16="http://schemas.microsoft.com/office/drawing/2014/main" id="{76CD997C-B240-4E1D-ABF3-35719BCD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22" name="set-17-KP1-color-band">
            <a:extLst xmlns:a="http://schemas.openxmlformats.org/drawingml/2006/main">
              <a:ext uri="{FF2B5EF4-FFF2-40B4-BE49-F238E27FC236}">
                <a16:creationId xmlns:a16="http://schemas.microsoft.com/office/drawing/2014/main" id="{84B18FA9-11D2-479B-A464-DED3930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723" name="crop-L-16-KP1">
            <a:extLst xmlns:a="http://schemas.openxmlformats.org/drawingml/2006/main">
              <a:ext uri="{FF2B5EF4-FFF2-40B4-BE49-F238E27FC236}">
                <a16:creationId xmlns:a16="http://schemas.microsoft.com/office/drawing/2014/main" id="{58D5D073-9EB0-429B-98D1-7B0FCD91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4" name="crop-R-16-KP1">
            <a:extLst xmlns:a="http://schemas.openxmlformats.org/drawingml/2006/main">
              <a:ext uri="{FF2B5EF4-FFF2-40B4-BE49-F238E27FC236}">
                <a16:creationId xmlns:a16="http://schemas.microsoft.com/office/drawing/2014/main" id="{84039390-EE00-4D2B-83AC-6F71FC0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5" name="crop-T-16-KP1">
            <a:extLst xmlns:a="http://schemas.openxmlformats.org/drawingml/2006/main">
              <a:ext uri="{FF2B5EF4-FFF2-40B4-BE49-F238E27FC236}">
                <a16:creationId xmlns:a16="http://schemas.microsoft.com/office/drawing/2014/main" id="{1D72B051-B1E1-4EE2-9079-C1088C7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6" name="crop-B-16-KP1">
            <a:extLst xmlns:a="http://schemas.openxmlformats.org/drawingml/2006/main">
              <a:ext uri="{FF2B5EF4-FFF2-40B4-BE49-F238E27FC236}">
                <a16:creationId xmlns:a16="http://schemas.microsoft.com/office/drawing/2014/main" id="{DCC6E5F3-6FE3-4846-A4EA-9DC4C16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27" name="set-17-KP2-black-border">
            <a:extLst xmlns:a="http://schemas.openxmlformats.org/drawingml/2006/main">
              <a:ext uri="{FF2B5EF4-FFF2-40B4-BE49-F238E27FC236}">
                <a16:creationId xmlns:a16="http://schemas.microsoft.com/office/drawing/2014/main" id="{C4A6FAEE-5295-40C6-B6F4-5B81219C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28" name="set-17-KP2-color-band">
            <a:extLst xmlns:a="http://schemas.openxmlformats.org/drawingml/2006/main">
              <a:ext uri="{FF2B5EF4-FFF2-40B4-BE49-F238E27FC236}">
                <a16:creationId xmlns:a16="http://schemas.microsoft.com/office/drawing/2014/main" id="{13B03F3F-03DA-4677-8698-38197D9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729" name="crop-L-16-KP2">
            <a:extLst xmlns:a="http://schemas.openxmlformats.org/drawingml/2006/main">
              <a:ext uri="{FF2B5EF4-FFF2-40B4-BE49-F238E27FC236}">
                <a16:creationId xmlns:a16="http://schemas.microsoft.com/office/drawing/2014/main" id="{54E47DFA-7CFD-430D-B4F9-4A06829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0" name="crop-R-16-KP2">
            <a:extLst xmlns:a="http://schemas.openxmlformats.org/drawingml/2006/main">
              <a:ext uri="{FF2B5EF4-FFF2-40B4-BE49-F238E27FC236}">
                <a16:creationId xmlns:a16="http://schemas.microsoft.com/office/drawing/2014/main" id="{1E315855-169E-4F5A-A385-F7CA17E7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1" name="crop-T-16-KP2">
            <a:extLst xmlns:a="http://schemas.openxmlformats.org/drawingml/2006/main">
              <a:ext uri="{FF2B5EF4-FFF2-40B4-BE49-F238E27FC236}">
                <a16:creationId xmlns:a16="http://schemas.microsoft.com/office/drawing/2014/main" id="{2B8D5A8B-B13A-403D-9793-4D6BF59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2" name="crop-B-16-KP2">
            <a:extLst xmlns:a="http://schemas.openxmlformats.org/drawingml/2006/main">
              <a:ext uri="{FF2B5EF4-FFF2-40B4-BE49-F238E27FC236}">
                <a16:creationId xmlns:a16="http://schemas.microsoft.com/office/drawing/2014/main" id="{BB94FE9F-CBB0-4438-9753-A43C064C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3" name="set-17-KP3-black-border">
            <a:extLst xmlns:a="http://schemas.openxmlformats.org/drawingml/2006/main">
              <a:ext uri="{FF2B5EF4-FFF2-40B4-BE49-F238E27FC236}">
                <a16:creationId xmlns:a16="http://schemas.microsoft.com/office/drawing/2014/main" id="{E996D1B3-154C-4EFA-8E6E-48F73B8E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34" name="set-17-KP3-color-band">
            <a:extLst xmlns:a="http://schemas.openxmlformats.org/drawingml/2006/main">
              <a:ext uri="{FF2B5EF4-FFF2-40B4-BE49-F238E27FC236}">
                <a16:creationId xmlns:a16="http://schemas.microsoft.com/office/drawing/2014/main" id="{52F55C6A-854B-4936-84BE-B72101F5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735" name="crop-L-16-KP3">
            <a:extLst xmlns:a="http://schemas.openxmlformats.org/drawingml/2006/main">
              <a:ext uri="{FF2B5EF4-FFF2-40B4-BE49-F238E27FC236}">
                <a16:creationId xmlns:a16="http://schemas.microsoft.com/office/drawing/2014/main" id="{10A0290B-CA6A-478A-B1EF-9107729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6" name="crop-R-16-KP3">
            <a:extLst xmlns:a="http://schemas.openxmlformats.org/drawingml/2006/main">
              <a:ext uri="{FF2B5EF4-FFF2-40B4-BE49-F238E27FC236}">
                <a16:creationId xmlns:a16="http://schemas.microsoft.com/office/drawing/2014/main" id="{AE78B8EB-7723-435D-818D-26F140F7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7" name="crop-T-16-KP3">
            <a:extLst xmlns:a="http://schemas.openxmlformats.org/drawingml/2006/main">
              <a:ext uri="{FF2B5EF4-FFF2-40B4-BE49-F238E27FC236}">
                <a16:creationId xmlns:a16="http://schemas.microsoft.com/office/drawing/2014/main" id="{63D3A612-2EB2-4724-B2B2-C308ACE9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8" name="crop-B-16-KP3">
            <a:extLst xmlns:a="http://schemas.openxmlformats.org/drawingml/2006/main">
              <a:ext uri="{FF2B5EF4-FFF2-40B4-BE49-F238E27FC236}">
                <a16:creationId xmlns:a16="http://schemas.microsoft.com/office/drawing/2014/main" id="{095B27DA-D1FF-48D6-B225-36377BD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39" name="set-17-KP4-black-border">
            <a:extLst xmlns:a="http://schemas.openxmlformats.org/drawingml/2006/main">
              <a:ext uri="{FF2B5EF4-FFF2-40B4-BE49-F238E27FC236}">
                <a16:creationId xmlns:a16="http://schemas.microsoft.com/office/drawing/2014/main" id="{16755048-8FE6-4FDD-A60A-1D8D92A9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40" name="set-17-KP4-color-band">
            <a:extLst xmlns:a="http://schemas.openxmlformats.org/drawingml/2006/main">
              <a:ext uri="{FF2B5EF4-FFF2-40B4-BE49-F238E27FC236}">
                <a16:creationId xmlns:a16="http://schemas.microsoft.com/office/drawing/2014/main" id="{0F4E7A8B-10DD-425B-B941-B0A914C0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741" name="crop-L-16-KP4">
            <a:extLst xmlns:a="http://schemas.openxmlformats.org/drawingml/2006/main">
              <a:ext uri="{FF2B5EF4-FFF2-40B4-BE49-F238E27FC236}">
                <a16:creationId xmlns:a16="http://schemas.microsoft.com/office/drawing/2014/main" id="{7F929DE6-0145-42E1-8D08-0B29D73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2" name="crop-R-16-KP4">
            <a:extLst xmlns:a="http://schemas.openxmlformats.org/drawingml/2006/main">
              <a:ext uri="{FF2B5EF4-FFF2-40B4-BE49-F238E27FC236}">
                <a16:creationId xmlns:a16="http://schemas.microsoft.com/office/drawing/2014/main" id="{4B6EBE5F-2CD9-40BA-AEAD-39FA03C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3" name="crop-T-16-KP4">
            <a:extLst xmlns:a="http://schemas.openxmlformats.org/drawingml/2006/main">
              <a:ext uri="{FF2B5EF4-FFF2-40B4-BE49-F238E27FC236}">
                <a16:creationId xmlns:a16="http://schemas.microsoft.com/office/drawing/2014/main" id="{B758854E-3697-4447-A7F6-AA14141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4" name="crop-B-16-KP4">
            <a:extLst xmlns:a="http://schemas.openxmlformats.org/drawingml/2006/main">
              <a:ext uri="{FF2B5EF4-FFF2-40B4-BE49-F238E27FC236}">
                <a16:creationId xmlns:a16="http://schemas.microsoft.com/office/drawing/2014/main" id="{04955BF7-55D3-4457-929D-877099C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5" name="set-17-KP5-black-border">
            <a:extLst xmlns:a="http://schemas.openxmlformats.org/drawingml/2006/main">
              <a:ext uri="{FF2B5EF4-FFF2-40B4-BE49-F238E27FC236}">
                <a16:creationId xmlns:a16="http://schemas.microsoft.com/office/drawing/2014/main" id="{8DFAC42D-8212-4204-BE71-998C2EC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46" name="set-17-KP5-color-band">
            <a:extLst xmlns:a="http://schemas.openxmlformats.org/drawingml/2006/main">
              <a:ext uri="{FF2B5EF4-FFF2-40B4-BE49-F238E27FC236}">
                <a16:creationId xmlns:a16="http://schemas.microsoft.com/office/drawing/2014/main" id="{9355CE6E-CF1D-4ED9-B5A3-D1E0C031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747" name="crop-L-16-KP5">
            <a:extLst xmlns:a="http://schemas.openxmlformats.org/drawingml/2006/main">
              <a:ext uri="{FF2B5EF4-FFF2-40B4-BE49-F238E27FC236}">
                <a16:creationId xmlns:a16="http://schemas.microsoft.com/office/drawing/2014/main" id="{F19348FC-4FE4-47F9-BAA8-EC0976E4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8" name="crop-R-16-KP5">
            <a:extLst xmlns:a="http://schemas.openxmlformats.org/drawingml/2006/main">
              <a:ext uri="{FF2B5EF4-FFF2-40B4-BE49-F238E27FC236}">
                <a16:creationId xmlns:a16="http://schemas.microsoft.com/office/drawing/2014/main" id="{382F2CF8-4C96-4EEF-8E5A-37D20988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49" name="crop-T-16-KP5">
            <a:extLst xmlns:a="http://schemas.openxmlformats.org/drawingml/2006/main">
              <a:ext uri="{FF2B5EF4-FFF2-40B4-BE49-F238E27FC236}">
                <a16:creationId xmlns:a16="http://schemas.microsoft.com/office/drawing/2014/main" id="{248EE874-BFF6-491B-A00D-CE68A8C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0" name="crop-B-16-KP5">
            <a:extLst xmlns:a="http://schemas.openxmlformats.org/drawingml/2006/main">
              <a:ext uri="{FF2B5EF4-FFF2-40B4-BE49-F238E27FC236}">
                <a16:creationId xmlns:a16="http://schemas.microsoft.com/office/drawing/2014/main" id="{A14695E1-2959-455A-A814-2E2637E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1" name="set-17-KP6-black-border">
            <a:extLst xmlns:a="http://schemas.openxmlformats.org/drawingml/2006/main">
              <a:ext uri="{FF2B5EF4-FFF2-40B4-BE49-F238E27FC236}">
                <a16:creationId xmlns:a16="http://schemas.microsoft.com/office/drawing/2014/main" id="{D75FD009-79EE-41A3-85A6-2B027FA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9712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52" name="set-17-KP6-color-band">
            <a:extLst xmlns:a="http://schemas.openxmlformats.org/drawingml/2006/main">
              <a:ext uri="{FF2B5EF4-FFF2-40B4-BE49-F238E27FC236}">
                <a16:creationId xmlns:a16="http://schemas.microsoft.com/office/drawing/2014/main" id="{BCBC56AC-5A78-4855-BD48-83790EA2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9784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753" name="crop-L-16-KP6">
            <a:extLst xmlns:a="http://schemas.openxmlformats.org/drawingml/2006/main">
              <a:ext uri="{FF2B5EF4-FFF2-40B4-BE49-F238E27FC236}">
                <a16:creationId xmlns:a16="http://schemas.microsoft.com/office/drawing/2014/main" id="{4A666D39-7A43-46DE-A481-BF41C5F8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4" name="crop-R-16-KP6">
            <a:extLst xmlns:a="http://schemas.openxmlformats.org/drawingml/2006/main">
              <a:ext uri="{FF2B5EF4-FFF2-40B4-BE49-F238E27FC236}">
                <a16:creationId xmlns:a16="http://schemas.microsoft.com/office/drawing/2014/main" id="{ABD0A98C-284C-434B-A60E-094C226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89478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5" name="crop-T-16-KP6">
            <a:extLst xmlns:a="http://schemas.openxmlformats.org/drawingml/2006/main">
              <a:ext uri="{FF2B5EF4-FFF2-40B4-BE49-F238E27FC236}">
                <a16:creationId xmlns:a16="http://schemas.microsoft.com/office/drawing/2014/main" id="{10106C58-9C70-45EA-83C3-D1B0597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89712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6" name="crop-B-16-KP6">
            <a:extLst xmlns:a="http://schemas.openxmlformats.org/drawingml/2006/main">
              <a:ext uri="{FF2B5EF4-FFF2-40B4-BE49-F238E27FC236}">
                <a16:creationId xmlns:a16="http://schemas.microsoft.com/office/drawing/2014/main" id="{F600D8EC-D563-4E92-9526-35F0FD2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901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57" name="set-label-18">
            <a:extLst xmlns:a="http://schemas.openxmlformats.org/drawingml/2006/main">
              <a:ext uri="{FF2B5EF4-FFF2-40B4-BE49-F238E27FC236}">
                <a16:creationId xmlns:a16="http://schemas.microsoft.com/office/drawing/2014/main" id="{1C63ECE0-815A-4455-BD3C-2D952D3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9298800"/>
            <a:ext cx="57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472"/>
                </a:solidFill>
              </a:defRPr>
            </a:pPr>
            <a:r>
              <a:rPr sz="1200" b="1">
                <a:solidFill>
                  <a:srgbClr val="5A6472"/>
                </a:solidFill>
              </a:rPr>
              <a:t>套 18</a:t>
            </a:r>
          </a:p>
        </p:txBody>
      </p:sp>
      <p:sp>
        <p:nvSpPr>
          <p:cNvPr id="758" name="set-18-KP0-black-border">
            <a:extLst xmlns:a="http://schemas.openxmlformats.org/drawingml/2006/main">
              <a:ext uri="{FF2B5EF4-FFF2-40B4-BE49-F238E27FC236}">
                <a16:creationId xmlns:a16="http://schemas.microsoft.com/office/drawing/2014/main" id="{9AB0796B-A527-43D8-B468-029ED53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59" name="set-18-KP0-color-band">
            <a:extLst xmlns:a="http://schemas.openxmlformats.org/drawingml/2006/main">
              <a:ext uri="{FF2B5EF4-FFF2-40B4-BE49-F238E27FC236}">
                <a16:creationId xmlns:a16="http://schemas.microsoft.com/office/drawing/2014/main" id="{ABE167AD-612A-40B8-9E8E-74C0E88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0">
            <a:solidFill>
              <a:srgbClr val="EB1E1E"/>
            </a:solidFill>
            <a:prstDash val="solid"/>
          </a:ln>
        </p:spPr>
      </p:sp>
      <p:sp>
        <p:nvSpPr>
          <p:cNvPr id="760" name="crop-L-17-KP0">
            <a:extLst xmlns:a="http://schemas.openxmlformats.org/drawingml/2006/main">
              <a:ext uri="{FF2B5EF4-FFF2-40B4-BE49-F238E27FC236}">
                <a16:creationId xmlns:a16="http://schemas.microsoft.com/office/drawing/2014/main" id="{F6D161D2-9789-4E63-B6FC-32C79AC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1" name="crop-R-17-KP0">
            <a:extLst xmlns:a="http://schemas.openxmlformats.org/drawingml/2006/main">
              <a:ext uri="{FF2B5EF4-FFF2-40B4-BE49-F238E27FC236}">
                <a16:creationId xmlns:a16="http://schemas.microsoft.com/office/drawing/2014/main" id="{010DA930-BCE9-4E54-8CDF-6DC58573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2" name="crop-T-17-KP0">
            <a:extLst xmlns:a="http://schemas.openxmlformats.org/drawingml/2006/main">
              <a:ext uri="{FF2B5EF4-FFF2-40B4-BE49-F238E27FC236}">
                <a16:creationId xmlns:a16="http://schemas.microsoft.com/office/drawing/2014/main" id="{011FEA3B-83EC-48C4-BFB6-467525AB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3" name="crop-B-17-KP0">
            <a:extLst xmlns:a="http://schemas.openxmlformats.org/drawingml/2006/main">
              <a:ext uri="{FF2B5EF4-FFF2-40B4-BE49-F238E27FC236}">
                <a16:creationId xmlns:a16="http://schemas.microsoft.com/office/drawing/2014/main" id="{1C94ED7A-7CF0-4E09-8232-C70EBE44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4" name="set-18-KP1-black-border">
            <a:extLst xmlns:a="http://schemas.openxmlformats.org/drawingml/2006/main">
              <a:ext uri="{FF2B5EF4-FFF2-40B4-BE49-F238E27FC236}">
                <a16:creationId xmlns:a16="http://schemas.microsoft.com/office/drawing/2014/main" id="{118C7343-6447-4920-9A09-05C5589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65" name="set-18-KP1-color-band">
            <a:extLst xmlns:a="http://schemas.openxmlformats.org/drawingml/2006/main">
              <a:ext uri="{FF2B5EF4-FFF2-40B4-BE49-F238E27FC236}">
                <a16:creationId xmlns:a16="http://schemas.microsoft.com/office/drawing/2014/main" id="{221660D1-862D-4517-B0A1-B06386D4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0">
            <a:solidFill>
              <a:srgbClr val="FF8C00"/>
            </a:solidFill>
            <a:prstDash val="solid"/>
          </a:ln>
        </p:spPr>
      </p:sp>
      <p:sp>
        <p:nvSpPr>
          <p:cNvPr id="766" name="crop-L-17-KP1">
            <a:extLst xmlns:a="http://schemas.openxmlformats.org/drawingml/2006/main">
              <a:ext uri="{FF2B5EF4-FFF2-40B4-BE49-F238E27FC236}">
                <a16:creationId xmlns:a16="http://schemas.microsoft.com/office/drawing/2014/main" id="{1DF59C52-9499-4DC5-9AE3-5EDA3E0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7" name="crop-R-17-KP1">
            <a:extLst xmlns:a="http://schemas.openxmlformats.org/drawingml/2006/main">
              <a:ext uri="{FF2B5EF4-FFF2-40B4-BE49-F238E27FC236}">
                <a16:creationId xmlns:a16="http://schemas.microsoft.com/office/drawing/2014/main" id="{FD2C1DB6-E860-47B2-8464-9C8A297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8" name="crop-T-17-KP1">
            <a:extLst xmlns:a="http://schemas.openxmlformats.org/drawingml/2006/main">
              <a:ext uri="{FF2B5EF4-FFF2-40B4-BE49-F238E27FC236}">
                <a16:creationId xmlns:a16="http://schemas.microsoft.com/office/drawing/2014/main" id="{D96C6045-B015-43D1-93B0-2623F50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69" name="crop-B-17-KP1">
            <a:extLst xmlns:a="http://schemas.openxmlformats.org/drawingml/2006/main">
              <a:ext uri="{FF2B5EF4-FFF2-40B4-BE49-F238E27FC236}">
                <a16:creationId xmlns:a16="http://schemas.microsoft.com/office/drawing/2014/main" id="{A4F70B8B-8B02-485F-8CA5-F4D7E846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0" name="set-18-KP2-black-border">
            <a:extLst xmlns:a="http://schemas.openxmlformats.org/drawingml/2006/main">
              <a:ext uri="{FF2B5EF4-FFF2-40B4-BE49-F238E27FC236}">
                <a16:creationId xmlns:a16="http://schemas.microsoft.com/office/drawing/2014/main" id="{B794DF6A-6F50-4D38-B1C8-23F6CAF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71" name="set-18-KP2-color-band">
            <a:extLst xmlns:a="http://schemas.openxmlformats.org/drawingml/2006/main">
              <a:ext uri="{FF2B5EF4-FFF2-40B4-BE49-F238E27FC236}">
                <a16:creationId xmlns:a16="http://schemas.microsoft.com/office/drawing/2014/main" id="{7FE10172-1139-4005-B3FF-0167FC93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0">
            <a:solidFill>
              <a:srgbClr val="EBEB00"/>
            </a:solidFill>
            <a:prstDash val="solid"/>
          </a:ln>
        </p:spPr>
      </p:sp>
      <p:sp>
        <p:nvSpPr>
          <p:cNvPr id="772" name="crop-L-17-KP2">
            <a:extLst xmlns:a="http://schemas.openxmlformats.org/drawingml/2006/main">
              <a:ext uri="{FF2B5EF4-FFF2-40B4-BE49-F238E27FC236}">
                <a16:creationId xmlns:a16="http://schemas.microsoft.com/office/drawing/2014/main" id="{4EEA31D3-726F-42BA-BF0B-2C686A9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3" name="crop-R-17-KP2">
            <a:extLst xmlns:a="http://schemas.openxmlformats.org/drawingml/2006/main">
              <a:ext uri="{FF2B5EF4-FFF2-40B4-BE49-F238E27FC236}">
                <a16:creationId xmlns:a16="http://schemas.microsoft.com/office/drawing/2014/main" id="{C7C6AB12-FA3B-4219-AE69-46DC851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4" name="crop-T-17-KP2">
            <a:extLst xmlns:a="http://schemas.openxmlformats.org/drawingml/2006/main">
              <a:ext uri="{FF2B5EF4-FFF2-40B4-BE49-F238E27FC236}">
                <a16:creationId xmlns:a16="http://schemas.microsoft.com/office/drawing/2014/main" id="{AAE8B5D3-C2DF-495F-A4AD-48BB9B0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5" name="crop-B-17-KP2">
            <a:extLst xmlns:a="http://schemas.openxmlformats.org/drawingml/2006/main">
              <a:ext uri="{FF2B5EF4-FFF2-40B4-BE49-F238E27FC236}">
                <a16:creationId xmlns:a16="http://schemas.microsoft.com/office/drawing/2014/main" id="{4601930E-EE64-45D4-A06D-FF2B524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6" name="set-18-KP3-black-border">
            <a:extLst xmlns:a="http://schemas.openxmlformats.org/drawingml/2006/main">
              <a:ext uri="{FF2B5EF4-FFF2-40B4-BE49-F238E27FC236}">
                <a16:creationId xmlns:a16="http://schemas.microsoft.com/office/drawing/2014/main" id="{35315633-0830-4897-B9BC-B4AF17D8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77" name="set-18-KP3-color-band">
            <a:extLst xmlns:a="http://schemas.openxmlformats.org/drawingml/2006/main">
              <a:ext uri="{FF2B5EF4-FFF2-40B4-BE49-F238E27FC236}">
                <a16:creationId xmlns:a16="http://schemas.microsoft.com/office/drawing/2014/main" id="{D14C1B9A-68CC-481A-8E7B-A79E4356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778" name="crop-L-17-KP3">
            <a:extLst xmlns:a="http://schemas.openxmlformats.org/drawingml/2006/main">
              <a:ext uri="{FF2B5EF4-FFF2-40B4-BE49-F238E27FC236}">
                <a16:creationId xmlns:a16="http://schemas.microsoft.com/office/drawing/2014/main" id="{C8BAFDDD-D1B7-4539-9F24-E3256445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79" name="crop-R-17-KP3">
            <a:extLst xmlns:a="http://schemas.openxmlformats.org/drawingml/2006/main">
              <a:ext uri="{FF2B5EF4-FFF2-40B4-BE49-F238E27FC236}">
                <a16:creationId xmlns:a16="http://schemas.microsoft.com/office/drawing/2014/main" id="{3EC08358-7887-453F-92CC-77AB29E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0" name="crop-T-17-KP3">
            <a:extLst xmlns:a="http://schemas.openxmlformats.org/drawingml/2006/main">
              <a:ext uri="{FF2B5EF4-FFF2-40B4-BE49-F238E27FC236}">
                <a16:creationId xmlns:a16="http://schemas.microsoft.com/office/drawing/2014/main" id="{4156CBBD-6FC4-4F0F-8E7C-0308AE9D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1" name="crop-B-17-KP3">
            <a:extLst xmlns:a="http://schemas.openxmlformats.org/drawingml/2006/main">
              <a:ext uri="{FF2B5EF4-FFF2-40B4-BE49-F238E27FC236}">
                <a16:creationId xmlns:a16="http://schemas.microsoft.com/office/drawing/2014/main" id="{49D877E8-1EC5-41AF-A492-F2EC4B7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2" name="set-18-KP4-black-border">
            <a:extLst xmlns:a="http://schemas.openxmlformats.org/drawingml/2006/main">
              <a:ext uri="{FF2B5EF4-FFF2-40B4-BE49-F238E27FC236}">
                <a16:creationId xmlns:a16="http://schemas.microsoft.com/office/drawing/2014/main" id="{48B76473-651D-479C-9681-91F43E9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83" name="set-18-KP4-color-band">
            <a:extLst xmlns:a="http://schemas.openxmlformats.org/drawingml/2006/main">
              <a:ext uri="{FF2B5EF4-FFF2-40B4-BE49-F238E27FC236}">
                <a16:creationId xmlns:a16="http://schemas.microsoft.com/office/drawing/2014/main" id="{2F9A2B84-B385-478F-88BB-1ADDA23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0">
            <a:solidFill>
              <a:srgbClr val="14D2E6"/>
            </a:solidFill>
            <a:prstDash val="solid"/>
          </a:ln>
        </p:spPr>
      </p:sp>
      <p:sp>
        <p:nvSpPr>
          <p:cNvPr id="784" name="crop-L-17-KP4">
            <a:extLst xmlns:a="http://schemas.openxmlformats.org/drawingml/2006/main">
              <a:ext uri="{FF2B5EF4-FFF2-40B4-BE49-F238E27FC236}">
                <a16:creationId xmlns:a16="http://schemas.microsoft.com/office/drawing/2014/main" id="{421D57E3-A7B7-47E1-A3E7-C256F44F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5" name="crop-R-17-KP4">
            <a:extLst xmlns:a="http://schemas.openxmlformats.org/drawingml/2006/main">
              <a:ext uri="{FF2B5EF4-FFF2-40B4-BE49-F238E27FC236}">
                <a16:creationId xmlns:a16="http://schemas.microsoft.com/office/drawing/2014/main" id="{14295AA5-B721-476C-8540-36EB7ED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6" name="crop-T-17-KP4">
            <a:extLst xmlns:a="http://schemas.openxmlformats.org/drawingml/2006/main">
              <a:ext uri="{FF2B5EF4-FFF2-40B4-BE49-F238E27FC236}">
                <a16:creationId xmlns:a16="http://schemas.microsoft.com/office/drawing/2014/main" id="{D83FFC1A-6820-4B59-BE17-A5327B7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7" name="crop-B-17-KP4">
            <a:extLst xmlns:a="http://schemas.openxmlformats.org/drawingml/2006/main">
              <a:ext uri="{FF2B5EF4-FFF2-40B4-BE49-F238E27FC236}">
                <a16:creationId xmlns:a16="http://schemas.microsoft.com/office/drawing/2014/main" id="{6BBE3BBA-946F-4AA9-AA3C-B81866D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88" name="set-18-KP5-black-border">
            <a:extLst xmlns:a="http://schemas.openxmlformats.org/drawingml/2006/main">
              <a:ext uri="{FF2B5EF4-FFF2-40B4-BE49-F238E27FC236}">
                <a16:creationId xmlns:a16="http://schemas.microsoft.com/office/drawing/2014/main" id="{A9D3398C-CDA4-4BEA-86A5-244BAA10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89" name="set-18-KP5-color-band">
            <a:extLst xmlns:a="http://schemas.openxmlformats.org/drawingml/2006/main">
              <a:ext uri="{FF2B5EF4-FFF2-40B4-BE49-F238E27FC236}">
                <a16:creationId xmlns:a16="http://schemas.microsoft.com/office/drawing/2014/main" id="{A6DA33A0-B57E-4F72-80EB-28C5C004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0">
            <a:solidFill>
              <a:srgbClr val="1950EB"/>
            </a:solidFill>
            <a:prstDash val="solid"/>
          </a:ln>
        </p:spPr>
      </p:sp>
      <p:sp>
        <p:nvSpPr>
          <p:cNvPr id="790" name="crop-L-17-KP5">
            <a:extLst xmlns:a="http://schemas.openxmlformats.org/drawingml/2006/main">
              <a:ext uri="{FF2B5EF4-FFF2-40B4-BE49-F238E27FC236}">
                <a16:creationId xmlns:a16="http://schemas.microsoft.com/office/drawing/2014/main" id="{59CA4557-0990-408D-A743-72C5D855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1" name="crop-R-17-KP5">
            <a:extLst xmlns:a="http://schemas.openxmlformats.org/drawingml/2006/main">
              <a:ext uri="{FF2B5EF4-FFF2-40B4-BE49-F238E27FC236}">
                <a16:creationId xmlns:a16="http://schemas.microsoft.com/office/drawing/2014/main" id="{B2F86798-36A3-40D3-8AB2-74155EF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2" name="crop-T-17-KP5">
            <a:extLst xmlns:a="http://schemas.openxmlformats.org/drawingml/2006/main">
              <a:ext uri="{FF2B5EF4-FFF2-40B4-BE49-F238E27FC236}">
                <a16:creationId xmlns:a16="http://schemas.microsoft.com/office/drawing/2014/main" id="{FFB8D06A-2EC3-4E1A-912E-89221ABD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3" name="crop-B-17-KP5">
            <a:extLst xmlns:a="http://schemas.openxmlformats.org/drawingml/2006/main">
              <a:ext uri="{FF2B5EF4-FFF2-40B4-BE49-F238E27FC236}">
                <a16:creationId xmlns:a16="http://schemas.microsoft.com/office/drawing/2014/main" id="{EB30FE63-947D-48C3-9283-DA7165A1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4" name="set-18-KP6-black-border">
            <a:extLst xmlns:a="http://schemas.openxmlformats.org/drawingml/2006/main">
              <a:ext uri="{FF2B5EF4-FFF2-40B4-BE49-F238E27FC236}">
                <a16:creationId xmlns:a16="http://schemas.microsoft.com/office/drawing/2014/main" id="{C864CC9C-7598-4B10-94B9-195FC22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9374400"/>
            <a:ext cx="432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429">
            <a:solidFill>
              <a:srgbClr val="050505"/>
            </a:solidFill>
            <a:prstDash val="solid"/>
          </a:ln>
        </p:spPr>
      </p:sp>
      <p:sp>
        <p:nvSpPr>
          <p:cNvPr id="795" name="set-18-KP6-color-band">
            <a:extLst xmlns:a="http://schemas.openxmlformats.org/drawingml/2006/main">
              <a:ext uri="{FF2B5EF4-FFF2-40B4-BE49-F238E27FC236}">
                <a16:creationId xmlns:a16="http://schemas.microsoft.com/office/drawing/2014/main" id="{DCCFF7F6-A628-4C56-B7AD-AD66484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9381600"/>
            <a:ext cx="432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0">
            <a:solidFill>
              <a:srgbClr val="D21ED2"/>
            </a:solidFill>
            <a:prstDash val="solid"/>
          </a:ln>
        </p:spPr>
      </p:sp>
      <p:sp>
        <p:nvSpPr>
          <p:cNvPr id="796" name="crop-L-17-KP6">
            <a:extLst xmlns:a="http://schemas.openxmlformats.org/drawingml/2006/main">
              <a:ext uri="{FF2B5EF4-FFF2-40B4-BE49-F238E27FC236}">
                <a16:creationId xmlns:a16="http://schemas.microsoft.com/office/drawing/2014/main" id="{A95580AC-F3B2-48ED-AF76-21683E5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7" name="crop-R-17-KP6">
            <a:extLst xmlns:a="http://schemas.openxmlformats.org/drawingml/2006/main">
              <a:ext uri="{FF2B5EF4-FFF2-40B4-BE49-F238E27FC236}">
                <a16:creationId xmlns:a16="http://schemas.microsoft.com/office/drawing/2014/main" id="{2A9ED5F1-338F-4E6D-AC7C-43C11F9D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000" y="9351000"/>
            <a:ext cx="0" cy="9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8" name="crop-T-17-KP6">
            <a:extLst xmlns:a="http://schemas.openxmlformats.org/drawingml/2006/main">
              <a:ext uri="{FF2B5EF4-FFF2-40B4-BE49-F238E27FC236}">
                <a16:creationId xmlns:a16="http://schemas.microsoft.com/office/drawing/2014/main" id="{CDBD71A4-FEB8-4569-88A5-812B073C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93744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799" name="crop-B-17-KP6">
            <a:extLst xmlns:a="http://schemas.openxmlformats.org/drawingml/2006/main">
              <a:ext uri="{FF2B5EF4-FFF2-40B4-BE49-F238E27FC236}">
                <a16:creationId xmlns:a16="http://schemas.microsoft.com/office/drawing/2014/main" id="{65573B7D-FB9C-4EB6-AB41-E4F7465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00" y="9417600"/>
            <a:ext cx="46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4">
            <a:solidFill>
              <a:srgbClr val="87909E"/>
            </a:solidFill>
            <a:prstDash val="solid"/>
          </a:ln>
        </p:spPr>
      </p:sp>
      <p:sp>
        <p:nvSpPr>
          <p:cNvPr id="80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F37048-A200-4698-BE6C-9E2E6F25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008000"/>
            <a:ext cx="648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6"/>
            </a:solidFill>
            <a:prstDash val="solid"/>
          </a:ln>
        </p:spPr>
      </p:sp>
      <p:sp>
        <p:nvSpPr>
          <p:cNvPr id="801" name="footer-copy">
            <a:extLst xmlns:a="http://schemas.openxmlformats.org/drawingml/2006/main">
              <a:ext uri="{FF2B5EF4-FFF2-40B4-BE49-F238E27FC236}">
                <a16:creationId xmlns:a16="http://schemas.microsoft.com/office/drawing/2014/main" id="{238B51EB-0FD7-4084-A1B7-9C71B16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080000"/>
            <a:ext cx="64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65266"/>
                </a:solidFill>
              </a:defRPr>
            </a:pPr>
            <a:r>
              <a:rPr sz="1200" b="0">
                <a:solidFill>
                  <a:srgbClr val="465266"/>
                </a:solidFill>
              </a:rPr>
              <a:t>材料厚度≤0.1 mm，使用哑光PET贴膜｜裁切时保留上下黑边</a:t>
            </a:r>
          </a:p>
          <a:p xmlns:a="http://schemas.openxmlformats.org/drawingml/2006/main">
            <a:pPr algn="ctr">
              <a:defRPr sz="1200" b="0">
                <a:solidFill>
                  <a:srgbClr val="465266"/>
                </a:solidFill>
              </a:defRPr>
            </a:pPr>
            <a:r>
              <a:rPr sz="1200" b="0">
                <a:solidFill>
                  <a:srgbClr val="465266"/>
                </a:solidFill>
              </a:rPr>
              <a:t>颜色顺序必须固定｜建议先打印普通纸检查尺寸</a:t>
            </a:r>
          </a:p>
        </p:txBody>
      </p:sp>
    </p:spTree>
    <p:extLst>
      <p:ext uri="{BB962C8B-B14F-4D97-AF65-F5344CB8AC3E}">
        <p14:creationId xmlns:p14="http://schemas.microsoft.com/office/powerpoint/2010/main" val="2078012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uide-title">
            <a:extLst xmlns:a="http://schemas.openxmlformats.org/drawingml/2006/main">
              <a:ext uri="{FF2B5EF4-FFF2-40B4-BE49-F238E27FC236}">
                <a16:creationId xmlns:a16="http://schemas.microsoft.com/office/drawing/2014/main" id="{4FCCA78F-5C1A-4C6B-9A2B-D1231398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432000"/>
            <a:ext cx="64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安装前先校验尺寸，再按固定顺序粘贴</a:t>
            </a:r>
          </a:p>
        </p:txBody>
      </p:sp>
      <p:sp>
        <p:nvSpPr>
          <p:cNvPr id="2" name="guide-warning">
            <a:extLst xmlns:a="http://schemas.openxmlformats.org/drawingml/2006/main">
              <a:ext uri="{FF2B5EF4-FFF2-40B4-BE49-F238E27FC236}">
                <a16:creationId xmlns:a16="http://schemas.microsoft.com/office/drawing/2014/main" id="{4DC69CEF-67A9-42CF-B18E-2598AB2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900000"/>
            <a:ext cx="64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2828"/>
                </a:solidFill>
              </a:defRPr>
            </a:pPr>
            <a:r>
              <a:rPr sz="1350" b="1">
                <a:solidFill>
                  <a:srgbClr val="C62828"/>
                </a:solidFill>
              </a:rPr>
              <a:t>说明页：不要打印在贴纸材料上</a:t>
            </a:r>
          </a:p>
        </p:txBody>
      </p:sp>
      <p:sp>
        <p:nvSpPr>
          <p:cNvPr id="3" name="section-1">
            <a:extLst xmlns:a="http://schemas.openxmlformats.org/drawingml/2006/main">
              <a:ext uri="{FF2B5EF4-FFF2-40B4-BE49-F238E27FC236}">
                <a16:creationId xmlns:a16="http://schemas.microsoft.com/office/drawing/2014/main" id="{17D0FF01-B98C-4041-9B32-9BE339A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512000"/>
            <a:ext cx="28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50A3"/>
                </a:solidFill>
              </a:defRPr>
            </a:pPr>
            <a:r>
              <a:rPr sz="1650" b="1">
                <a:solidFill>
                  <a:srgbClr val="1950A3"/>
                </a:solidFill>
              </a:rPr>
              <a:t>1｜贴纸的实际结构</a:t>
            </a:r>
          </a:p>
        </p:txBody>
      </p:sp>
      <p:sp>
        <p:nvSpPr>
          <p:cNvPr id="4" name="enlarged-black-strip">
            <a:extLst xmlns:a="http://schemas.openxmlformats.org/drawingml/2006/main">
              <a:ext uri="{FF2B5EF4-FFF2-40B4-BE49-F238E27FC236}">
                <a16:creationId xmlns:a16="http://schemas.microsoft.com/office/drawing/2014/main" id="{700920A1-BA91-475D-AB60-F286666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196000"/>
            <a:ext cx="43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5" name="enlarged-color-strip">
            <a:extLst xmlns:a="http://schemas.openxmlformats.org/drawingml/2006/main">
              <a:ext uri="{FF2B5EF4-FFF2-40B4-BE49-F238E27FC236}">
                <a16:creationId xmlns:a16="http://schemas.microsoft.com/office/drawing/2014/main" id="{D4F87122-75B9-4EC0-AB42-816782E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268000"/>
            <a:ext cx="43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0">
            <a:solidFill>
              <a:srgbClr val="28D228"/>
            </a:solidFill>
            <a:prstDash val="solid"/>
          </a:ln>
        </p:spPr>
      </p:sp>
      <p:sp>
        <p:nvSpPr>
          <p:cNvPr id="6" name="not-to-scale">
            <a:extLst xmlns:a="http://schemas.openxmlformats.org/drawingml/2006/main">
              <a:ext uri="{FF2B5EF4-FFF2-40B4-BE49-F238E27FC236}">
                <a16:creationId xmlns:a16="http://schemas.microsoft.com/office/drawing/2014/main" id="{E5F945B2-4B47-48E5-8925-D1595B2F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736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6579"/>
                </a:solidFill>
              </a:defRPr>
            </a:pPr>
            <a:r>
              <a:rPr sz="1200" b="0">
                <a:solidFill>
                  <a:srgbClr val="596579"/>
                </a:solidFill>
              </a:rPr>
              <a:t>放大10倍示意（实际为12.0 × 1.2 mm）</a:t>
            </a:r>
          </a:p>
        </p:txBody>
      </p:sp>
      <p:sp>
        <p:nvSpPr>
          <p:cNvPr id="7" name="black-edge-label">
            <a:extLst xmlns:a="http://schemas.openxmlformats.org/drawingml/2006/main">
              <a:ext uri="{FF2B5EF4-FFF2-40B4-BE49-F238E27FC236}">
                <a16:creationId xmlns:a16="http://schemas.microsoft.com/office/drawing/2014/main" id="{6A23334E-FBB2-4BAF-B0F6-CB4C341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000" y="2160000"/>
            <a:ext cx="12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黑边0.2 mm</a:t>
            </a:r>
          </a:p>
        </p:txBody>
      </p:sp>
      <p:sp>
        <p:nvSpPr>
          <p:cNvPr id="8" name="color-label">
            <a:extLst xmlns:a="http://schemas.openxmlformats.org/drawingml/2006/main">
              <a:ext uri="{FF2B5EF4-FFF2-40B4-BE49-F238E27FC236}">
                <a16:creationId xmlns:a16="http://schemas.microsoft.com/office/drawing/2014/main" id="{E40790D6-BDC9-45E1-879D-376A152D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000" y="2412000"/>
            <a:ext cx="13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D2B"/>
                </a:solidFill>
              </a:defRPr>
            </a:pPr>
            <a:r>
              <a:rPr sz="1200" b="1">
                <a:solidFill>
                  <a:srgbClr val="197D2B"/>
                </a:solidFill>
              </a:rPr>
              <a:t>彩色区0.8 mm</a:t>
            </a:r>
          </a:p>
        </p:txBody>
      </p:sp>
      <p:sp>
        <p:nvSpPr>
          <p:cNvPr id="9" name="overlap-label">
            <a:extLst xmlns:a="http://schemas.openxmlformats.org/drawingml/2006/main">
              <a:ext uri="{FF2B5EF4-FFF2-40B4-BE49-F238E27FC236}">
                <a16:creationId xmlns:a16="http://schemas.microsoft.com/office/drawing/2014/main" id="{FF7D4C10-C5AD-4D47-9AD8-493180EF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096000"/>
            <a:ext cx="59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64A"/>
                </a:solidFill>
              </a:defRPr>
            </a:pPr>
            <a:r>
              <a:rPr sz="1350" b="1">
                <a:solidFill>
                  <a:srgbClr val="26364A"/>
                </a:solidFill>
              </a:rPr>
              <a:t>长度12.0 mm = 3.5 mm圆周10.996 mm + 约1.0 mm搭接</a:t>
            </a:r>
          </a:p>
        </p:txBody>
      </p:sp>
      <p:sp>
        <p:nvSpPr>
          <p:cNvPr id="10" name="section-2">
            <a:extLst xmlns:a="http://schemas.openxmlformats.org/drawingml/2006/main">
              <a:ext uri="{FF2B5EF4-FFF2-40B4-BE49-F238E27FC236}">
                <a16:creationId xmlns:a16="http://schemas.microsoft.com/office/drawing/2014/main" id="{EAF8C1D0-755F-4949-90BA-20C3352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8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50A3"/>
                </a:solidFill>
              </a:defRPr>
            </a:pPr>
            <a:r>
              <a:rPr sz="1650" b="1">
                <a:solidFill>
                  <a:srgbClr val="1950A3"/>
                </a:solidFill>
              </a:rPr>
              <a:t>2｜沿主动段弧长定位</a:t>
            </a:r>
          </a:p>
        </p:txBody>
      </p:sp>
      <p:sp>
        <p:nvSpPr>
          <p:cNvPr id="11" name="robot-axis">
            <a:extLst xmlns:a="http://schemas.openxmlformats.org/drawingml/2006/main">
              <a:ext uri="{FF2B5EF4-FFF2-40B4-BE49-F238E27FC236}">
                <a16:creationId xmlns:a16="http://schemas.microsoft.com/office/drawing/2014/main" id="{63D29DDB-938D-4A10-9C67-4D37FED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0" y="4824000"/>
            <a:ext cx="55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364A"/>
            </a:solidFill>
            <a:prstDash val="solid"/>
          </a:ln>
        </p:spPr>
      </p:sp>
      <p:sp>
        <p:nvSpPr>
          <p:cNvPr id="12" name="guide-KP0">
            <a:extLst xmlns:a="http://schemas.openxmlformats.org/drawingml/2006/main">
              <a:ext uri="{FF2B5EF4-FFF2-40B4-BE49-F238E27FC236}">
                <a16:creationId xmlns:a16="http://schemas.microsoft.com/office/drawing/2014/main" id="{70118E1A-00EE-4828-A667-3CE4486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1E1E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" name="guide-label-KP0">
            <a:extLst xmlns:a="http://schemas.openxmlformats.org/drawingml/2006/main">
              <a:ext uri="{FF2B5EF4-FFF2-40B4-BE49-F238E27FC236}">
                <a16:creationId xmlns:a16="http://schemas.microsoft.com/office/drawing/2014/main" id="{69711D9E-6323-49ED-8892-2C20930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KP0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0 mm</a:t>
            </a:r>
          </a:p>
        </p:txBody>
      </p:sp>
      <p:sp>
        <p:nvSpPr>
          <p:cNvPr id="14" name="guide-KP1">
            <a:extLst xmlns:a="http://schemas.openxmlformats.org/drawingml/2006/main">
              <a:ext uri="{FF2B5EF4-FFF2-40B4-BE49-F238E27FC236}">
                <a16:creationId xmlns:a16="http://schemas.microsoft.com/office/drawing/2014/main" id="{717C8C8E-CB17-424A-A7ED-26F086FE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00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5" name="guide-label-KP1">
            <a:extLst xmlns:a="http://schemas.openxmlformats.org/drawingml/2006/main">
              <a:ext uri="{FF2B5EF4-FFF2-40B4-BE49-F238E27FC236}">
                <a16:creationId xmlns:a16="http://schemas.microsoft.com/office/drawing/2014/main" id="{FF9BFC7D-880A-4320-A123-6681684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KP1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7 mm</a:t>
            </a:r>
          </a:p>
        </p:txBody>
      </p:sp>
      <p:sp>
        <p:nvSpPr>
          <p:cNvPr id="16" name="guide-KP2">
            <a:extLst xmlns:a="http://schemas.openxmlformats.org/drawingml/2006/main">
              <a:ext uri="{FF2B5EF4-FFF2-40B4-BE49-F238E27FC236}">
                <a16:creationId xmlns:a16="http://schemas.microsoft.com/office/drawing/2014/main" id="{F765AB07-2244-4CFA-B49B-F311496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B00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7" name="guide-label-KP2">
            <a:extLst xmlns:a="http://schemas.openxmlformats.org/drawingml/2006/main">
              <a:ext uri="{FF2B5EF4-FFF2-40B4-BE49-F238E27FC236}">
                <a16:creationId xmlns:a16="http://schemas.microsoft.com/office/drawing/2014/main" id="{3AAC687D-CDCA-4238-8865-25AF2F7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KP2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14 mm</a:t>
            </a:r>
          </a:p>
        </p:txBody>
      </p:sp>
      <p:sp>
        <p:nvSpPr>
          <p:cNvPr id="18" name="guide-KP3">
            <a:extLst xmlns:a="http://schemas.openxmlformats.org/drawingml/2006/main">
              <a:ext uri="{FF2B5EF4-FFF2-40B4-BE49-F238E27FC236}">
                <a16:creationId xmlns:a16="http://schemas.microsoft.com/office/drawing/2014/main" id="{08C31079-C155-422D-9C5E-4D1D7B1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228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9" name="guide-label-KP3">
            <a:extLst xmlns:a="http://schemas.openxmlformats.org/drawingml/2006/main">
              <a:ext uri="{FF2B5EF4-FFF2-40B4-BE49-F238E27FC236}">
                <a16:creationId xmlns:a16="http://schemas.microsoft.com/office/drawing/2014/main" id="{FDC3F05D-00CF-4E34-955E-FA8B24F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KP3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21 mm</a:t>
            </a:r>
          </a:p>
        </p:txBody>
      </p:sp>
      <p:sp>
        <p:nvSpPr>
          <p:cNvPr id="20" name="guide-KP4">
            <a:extLst xmlns:a="http://schemas.openxmlformats.org/drawingml/2006/main">
              <a:ext uri="{FF2B5EF4-FFF2-40B4-BE49-F238E27FC236}">
                <a16:creationId xmlns:a16="http://schemas.microsoft.com/office/drawing/2014/main" id="{2133B008-F66B-40CF-98C3-C1B9F708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D2E6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guide-label-KP4">
            <a:extLst xmlns:a="http://schemas.openxmlformats.org/drawingml/2006/main">
              <a:ext uri="{FF2B5EF4-FFF2-40B4-BE49-F238E27FC236}">
                <a16:creationId xmlns:a16="http://schemas.microsoft.com/office/drawing/2014/main" id="{5ACB02CC-65F8-4BF5-8ED7-74FCD7C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KP4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28 mm</a:t>
            </a:r>
          </a:p>
        </p:txBody>
      </p:sp>
      <p:sp>
        <p:nvSpPr>
          <p:cNvPr id="22" name="guide-KP5">
            <a:extLst xmlns:a="http://schemas.openxmlformats.org/drawingml/2006/main">
              <a:ext uri="{FF2B5EF4-FFF2-40B4-BE49-F238E27FC236}">
                <a16:creationId xmlns:a16="http://schemas.microsoft.com/office/drawing/2014/main" id="{C2CA70B6-8786-4584-8932-59802D67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EB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3" name="guide-label-KP5">
            <a:extLst xmlns:a="http://schemas.openxmlformats.org/drawingml/2006/main">
              <a:ext uri="{FF2B5EF4-FFF2-40B4-BE49-F238E27FC236}">
                <a16:creationId xmlns:a16="http://schemas.microsoft.com/office/drawing/2014/main" id="{5F60F680-F940-4FBB-B5BF-6922C3DF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KP5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35 mm</a:t>
            </a:r>
          </a:p>
        </p:txBody>
      </p:sp>
      <p:sp>
        <p:nvSpPr>
          <p:cNvPr id="24" name="guide-KP6">
            <a:extLst xmlns:a="http://schemas.openxmlformats.org/drawingml/2006/main">
              <a:ext uri="{FF2B5EF4-FFF2-40B4-BE49-F238E27FC236}">
                <a16:creationId xmlns:a16="http://schemas.microsoft.com/office/drawing/2014/main" id="{5B9A3247-26B7-43EA-AC04-52CD1618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800" y="47268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1ED2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5" name="guide-label-KP6">
            <a:extLst xmlns:a="http://schemas.openxmlformats.org/drawingml/2006/main">
              <a:ext uri="{FF2B5EF4-FFF2-40B4-BE49-F238E27FC236}">
                <a16:creationId xmlns:a16="http://schemas.microsoft.com/office/drawing/2014/main" id="{8E5FFE03-1085-458B-9C05-BA1ADB27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000" y="5004000"/>
            <a:ext cx="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KP6</a:t>
            </a:r>
          </a:p>
          <a:p xmlns:a="http://schemas.openxmlformats.org/drawingml/2006/main">
            <a:pPr algn="ctr">
              <a:defRPr sz="1200" b="1">
                <a:solidFill>
                  <a:srgbClr val="28364A"/>
                </a:solidFill>
              </a:defRPr>
            </a:pPr>
            <a:r>
              <a:rPr sz="1200" b="1">
                <a:solidFill>
                  <a:srgbClr val="28364A"/>
                </a:solidFill>
              </a:rPr>
              <a:t>42 mm</a:t>
            </a:r>
          </a:p>
        </p:txBody>
      </p:sp>
      <p:sp>
        <p:nvSpPr>
          <p:cNvPr id="26" name="base-tip">
            <a:extLst xmlns:a="http://schemas.openxmlformats.org/drawingml/2006/main">
              <a:ext uri="{FF2B5EF4-FFF2-40B4-BE49-F238E27FC236}">
                <a16:creationId xmlns:a16="http://schemas.microsoft.com/office/drawing/2014/main" id="{3298C7D1-ED88-4D5A-BBAE-3D1F9805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4356000"/>
            <a:ext cx="6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基座</a:t>
            </a:r>
          </a:p>
        </p:txBody>
      </p:sp>
      <p:sp>
        <p:nvSpPr>
          <p:cNvPr id="27" name="tip-tip">
            <a:extLst xmlns:a="http://schemas.openxmlformats.org/drawingml/2006/main">
              <a:ext uri="{FF2B5EF4-FFF2-40B4-BE49-F238E27FC236}">
                <a16:creationId xmlns:a16="http://schemas.microsoft.com/office/drawing/2014/main" id="{46686290-50C0-4C46-9A5C-0C0FBD9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000" y="4356000"/>
            <a:ext cx="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末端</a:t>
            </a:r>
          </a:p>
        </p:txBody>
      </p:sp>
      <p:sp>
        <p:nvSpPr>
          <p:cNvPr id="28" name="section-3">
            <a:extLst xmlns:a="http://schemas.openxmlformats.org/drawingml/2006/main">
              <a:ext uri="{FF2B5EF4-FFF2-40B4-BE49-F238E27FC236}">
                <a16:creationId xmlns:a16="http://schemas.microsoft.com/office/drawing/2014/main" id="{A04A04C7-83FB-4AA3-BF0B-7B4A879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6156000"/>
            <a:ext cx="32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50A3"/>
                </a:solidFill>
              </a:defRPr>
            </a:pPr>
            <a:r>
              <a:rPr sz="1650" b="1">
                <a:solidFill>
                  <a:srgbClr val="1950A3"/>
                </a:solidFill>
              </a:rPr>
              <a:t>3｜打印与粘贴</a:t>
            </a:r>
          </a:p>
        </p:txBody>
      </p:sp>
      <p:sp>
        <p:nvSpPr>
          <p:cNvPr id="2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8BD6E42-FAC9-4B16-A3BE-684864A8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822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A3"/>
          </a:solidFill>
          <a:ln xmlns:a="http://schemas.openxmlformats.org/drawingml/2006/main" w="0">
            <a:solidFill>
              <a:srgbClr val="1950A3"/>
            </a:solidFill>
            <a:prstDash val="solid"/>
          </a:ln>
        </p:spPr>
      </p:sp>
      <p:sp>
        <p:nvSpPr>
          <p:cNvPr id="30" name="step-digit-1">
            <a:extLst xmlns:a="http://schemas.openxmlformats.org/drawingml/2006/main">
              <a:ext uri="{FF2B5EF4-FFF2-40B4-BE49-F238E27FC236}">
                <a16:creationId xmlns:a16="http://schemas.microsoft.com/office/drawing/2014/main" id="{D0382957-7F37-4018-84AA-C1D3163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8436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3DF7674A-ECA6-480D-A056-C044117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0" y="6840000"/>
            <a:ext cx="57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64A"/>
                </a:solidFill>
              </a:defRPr>
            </a:pPr>
            <a:r>
              <a:rPr sz="1275" b="0">
                <a:solidFill>
                  <a:srgbClr val="26364A"/>
                </a:solidFill>
              </a:rPr>
              <a:t>PowerPoint打印选择A4纵向、实际大小/100%，关闭“适合页面”。</a:t>
            </a:r>
          </a:p>
        </p:txBody>
      </p:sp>
      <p:sp>
        <p:nvSpPr>
          <p:cNvPr id="3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8031E73-21A2-4C98-BBB3-3D73212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344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A3"/>
          </a:solidFill>
          <a:ln xmlns:a="http://schemas.openxmlformats.org/drawingml/2006/main" w="0">
            <a:solidFill>
              <a:srgbClr val="1950A3"/>
            </a:solidFill>
            <a:prstDash val="solid"/>
          </a:ln>
        </p:spPr>
      </p:sp>
      <p:sp>
        <p:nvSpPr>
          <p:cNvPr id="33" name="step-digit-2">
            <a:extLst xmlns:a="http://schemas.openxmlformats.org/drawingml/2006/main">
              <a:ext uri="{FF2B5EF4-FFF2-40B4-BE49-F238E27FC236}">
                <a16:creationId xmlns:a16="http://schemas.microsoft.com/office/drawing/2014/main" id="{0F201A4A-B5E4-4A94-AE74-E4A1EEA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3656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step-text-2">
            <a:extLst xmlns:a="http://schemas.openxmlformats.org/drawingml/2006/main">
              <a:ext uri="{FF2B5EF4-FFF2-40B4-BE49-F238E27FC236}">
                <a16:creationId xmlns:a16="http://schemas.microsoft.com/office/drawing/2014/main" id="{995960BE-8B10-4EA4-8F16-241F775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0" y="7362000"/>
            <a:ext cx="57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64A"/>
                </a:solidFill>
              </a:defRPr>
            </a:pPr>
            <a:r>
              <a:rPr sz="1275" b="0">
                <a:solidFill>
                  <a:srgbClr val="26364A"/>
                </a:solidFill>
              </a:rPr>
              <a:t>先在普通纸上测量100 mm校验线和10 mm方框；误差应≤0.2 mm。</a:t>
            </a:r>
          </a:p>
        </p:txBody>
      </p:sp>
      <p:sp>
        <p:nvSpPr>
          <p:cNvPr id="3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2B040D5-BBF1-42D9-B88F-B609E47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866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A3"/>
          </a:solidFill>
          <a:ln xmlns:a="http://schemas.openxmlformats.org/drawingml/2006/main" w="0">
            <a:solidFill>
              <a:srgbClr val="1950A3"/>
            </a:solidFill>
            <a:prstDash val="solid"/>
          </a:ln>
        </p:spPr>
      </p:sp>
      <p:sp>
        <p:nvSpPr>
          <p:cNvPr id="36" name="step-digit-3">
            <a:extLst xmlns:a="http://schemas.openxmlformats.org/drawingml/2006/main">
              <a:ext uri="{FF2B5EF4-FFF2-40B4-BE49-F238E27FC236}">
                <a16:creationId xmlns:a16="http://schemas.microsoft.com/office/drawing/2014/main" id="{01108BBC-B9EC-49DC-BF7B-F55136F0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8876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579010E-04E4-47EC-9C1F-AA05365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0" y="7884000"/>
            <a:ext cx="57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64A"/>
                </a:solidFill>
              </a:defRPr>
            </a:pPr>
            <a:r>
              <a:rPr sz="1275" b="0">
                <a:solidFill>
                  <a:srgbClr val="26364A"/>
                </a:solidFill>
              </a:rPr>
              <a:t>用锋利刀片沿灰色裁切线切割；不要切掉上下黑边。</a:t>
            </a:r>
          </a:p>
        </p:txBody>
      </p:sp>
      <p:sp>
        <p:nvSpPr>
          <p:cNvPr id="38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C1561ED8-E8D1-44A2-871E-1CE7788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388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A3"/>
          </a:solidFill>
          <a:ln xmlns:a="http://schemas.openxmlformats.org/drawingml/2006/main" w="0">
            <a:solidFill>
              <a:srgbClr val="1950A3"/>
            </a:solidFill>
            <a:prstDash val="solid"/>
          </a:ln>
        </p:spPr>
      </p:sp>
      <p:sp>
        <p:nvSpPr>
          <p:cNvPr id="39" name="step-digit-4">
            <a:extLst xmlns:a="http://schemas.openxmlformats.org/drawingml/2006/main">
              <a:ext uri="{FF2B5EF4-FFF2-40B4-BE49-F238E27FC236}">
                <a16:creationId xmlns:a16="http://schemas.microsoft.com/office/drawing/2014/main" id="{52AF98A9-DD39-43CB-830F-6F85867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4096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step-text-4">
            <a:extLst xmlns:a="http://schemas.openxmlformats.org/drawingml/2006/main">
              <a:ext uri="{FF2B5EF4-FFF2-40B4-BE49-F238E27FC236}">
                <a16:creationId xmlns:a16="http://schemas.microsoft.com/office/drawing/2014/main" id="{D6DD2FA5-7204-4E17-B7EB-A3551EB0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0" y="8406000"/>
            <a:ext cx="57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64A"/>
                </a:solidFill>
              </a:defRPr>
            </a:pPr>
            <a:r>
              <a:rPr sz="1275" b="0">
                <a:solidFill>
                  <a:srgbClr val="26364A"/>
                </a:solidFill>
              </a:rPr>
              <a:t>从KP0到KP6依次粘贴，搭接处放在相机背面，避免遮挡彩色区。</a:t>
            </a:r>
          </a:p>
        </p:txBody>
      </p:sp>
      <p:sp>
        <p:nvSpPr>
          <p:cNvPr id="41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87B96F02-801F-4E40-8FF9-1CD0FF2A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91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0A3"/>
          </a:solidFill>
          <a:ln xmlns:a="http://schemas.openxmlformats.org/drawingml/2006/main" w="0">
            <a:solidFill>
              <a:srgbClr val="1950A3"/>
            </a:solidFill>
            <a:prstDash val="solid"/>
          </a:ln>
        </p:spPr>
      </p:sp>
      <p:sp>
        <p:nvSpPr>
          <p:cNvPr id="42" name="step-digit-5">
            <a:extLst xmlns:a="http://schemas.openxmlformats.org/drawingml/2006/main">
              <a:ext uri="{FF2B5EF4-FFF2-40B4-BE49-F238E27FC236}">
                <a16:creationId xmlns:a16="http://schemas.microsoft.com/office/drawing/2014/main" id="{E058FA9A-4E43-4DB5-8D35-15CDF85A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9316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step-text-5">
            <a:extLst xmlns:a="http://schemas.openxmlformats.org/drawingml/2006/main">
              <a:ext uri="{FF2B5EF4-FFF2-40B4-BE49-F238E27FC236}">
                <a16:creationId xmlns:a16="http://schemas.microsoft.com/office/drawing/2014/main" id="{5FF2FAC6-0691-4442-B711-0FC641B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00" y="8928000"/>
            <a:ext cx="57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64A"/>
                </a:solidFill>
              </a:defRPr>
            </a:pPr>
            <a:r>
              <a:rPr sz="1275" b="0">
                <a:solidFill>
                  <a:srgbClr val="26364A"/>
                </a:solidFill>
              </a:rPr>
              <a:t>完成后同时检查RGB、左IR、右IR；若黑边在IR中不清晰，更换哑光材料。</a:t>
            </a:r>
          </a:p>
        </p:txBody>
      </p:sp>
    </p:spTree>
    <p:extLst>
      <p:ext uri="{BB962C8B-B14F-4D97-AF65-F5344CB8AC3E}">
        <p14:creationId xmlns:p14="http://schemas.microsoft.com/office/powerpoint/2010/main" val="324821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2026-08-03T02:18:35.2470000Z</dcterms:created>
  <dcterms:modified xsi:type="dcterms:W3CDTF">2026-08-03T02:18:35.2470000Z</dcterms:modified>
</coreProperties>
</file>